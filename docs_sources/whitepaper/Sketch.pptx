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>
  <p:sldMasterIdLst>
    <p:sldMasterId id="2147483936" r:id="rId2"/>
  </p:sldMasterIdLst>
  <p:notesMasterIdLst>
    <p:notesMasterId r:id="rId5"/>
  </p:notesMasterIdLst>
  <p:sldIdLst>
    <p:sldId id="5630" r:id="rId3"/>
    <p:sldId id="5631" r:id="rId4"/>
  </p:sldIdLst>
  <p:sldSz cx="12192000" cy="6858000"/>
  <p:notesSz cx="7104063" cy="10234613"/>
  <p:embeddedFontLst>
    <p:embeddedFont>
      <p:font typeface="Cascadia Code" panose="020B0609020000020004" pitchFamily="49" charset="0"/>
      <p:regular r:id="rId6"/>
      <p:bold r:id="rId7"/>
      <p:italic r:id="rId8"/>
      <p:boldItalic r:id="rId9"/>
    </p:embeddedFont>
    <p:embeddedFont>
      <p:font typeface="Verdana" panose="020B0604030504040204" pitchFamily="34" charset="0"/>
      <p:regular r:id="rId10"/>
      <p:bold r:id="rId11"/>
      <p:italic r:id="rId12"/>
      <p:boldItalic r:id="rId13"/>
    </p:embeddedFont>
  </p:embeddedFontLst>
  <p:custDataLst>
    <p:tags r:id="rId1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FFBA1738-BB5B-489F-858C-BE11AE70AF74}">
          <p14:sldIdLst/>
        </p14:section>
        <p14:section name="Abschnitt ohne Titel" id="{072B6B53-6221-4414-BF82-8982A1E08F4D}">
          <p14:sldIdLst/>
        </p14:section>
        <p14:section name="Abschnitt ohne Titel" id="{B7243583-CC7E-4B35-AA4E-83E7FEFFC1EA}">
          <p14:sldIdLst/>
        </p14:section>
        <p14:section name="Abschnitt ohne Titel" id="{8FFF9FD4-FE09-49CA-B0E2-062B1D95281B}">
          <p14:sldIdLst/>
        </p14:section>
        <p14:section name="Abschnitt ohne Titel" id="{2EA90089-064C-4DE2-B718-E428842DE8B9}">
          <p14:sldIdLst>
            <p14:sldId id="5630"/>
            <p14:sldId id="563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54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88" userDrawn="1">
          <p15:clr>
            <a:srgbClr val="A4A3A4"/>
          </p15:clr>
        </p15:guide>
        <p15:guide id="2" pos="228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2CC"/>
    <a:srgbClr val="E2F0D9"/>
    <a:srgbClr val="FF6600"/>
    <a:srgbClr val="70AD47"/>
    <a:srgbClr val="FFC000"/>
    <a:srgbClr val="EEB500"/>
    <a:srgbClr val="F0B700"/>
    <a:srgbClr val="FFFF00"/>
    <a:srgbClr val="FFFBCD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5767" autoAdjust="0"/>
  </p:normalViewPr>
  <p:slideViewPr>
    <p:cSldViewPr snapToGrid="0">
      <p:cViewPr varScale="1">
        <p:scale>
          <a:sx n="81" d="100"/>
          <a:sy n="81" d="100"/>
        </p:scale>
        <p:origin x="694" y="34"/>
      </p:cViewPr>
      <p:guideLst>
        <p:guide orient="horz" pos="2160"/>
        <p:guide pos="3544"/>
      </p:guideLst>
    </p:cSldViewPr>
  </p:slideViewPr>
  <p:outlineViewPr>
    <p:cViewPr varScale="1">
      <p:scale>
        <a:sx n="170" d="200"/>
        <a:sy n="170" d="200"/>
      </p:scale>
      <p:origin x="0" y="57534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5268"/>
    </p:cViewPr>
  </p:sorterViewPr>
  <p:notesViewPr>
    <p:cSldViewPr snapToGrid="0">
      <p:cViewPr varScale="1">
        <p:scale>
          <a:sx n="85" d="100"/>
          <a:sy n="85" d="100"/>
        </p:scale>
        <p:origin x="3918" y="96"/>
      </p:cViewPr>
      <p:guideLst>
        <p:guide orient="horz" pos="2988"/>
        <p:guide pos="228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0" Type="http://schemas.openxmlformats.org/officeDocument/2006/relationships/font" Target="fonts/font5.fntdata"/><Relationship Id="rId4" Type="http://schemas.openxmlformats.org/officeDocument/2006/relationships/slide" Target="slides/slide2.xml"/><Relationship Id="rId9" Type="http://schemas.openxmlformats.org/officeDocument/2006/relationships/font" Target="fonts/font4.fntdata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ounded Rectangle 4096"/>
          <p:cNvSpPr>
            <a:spLocks noChangeArrowheads="1"/>
          </p:cNvSpPr>
          <p:nvPr/>
        </p:nvSpPr>
        <p:spPr bwMode="auto">
          <a:xfrm>
            <a:off x="4" y="4"/>
            <a:ext cx="7105739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5468" tIns="47733" rIns="95468" bIns="47733" anchor="ctr"/>
          <a:lstStyle/>
          <a:p>
            <a:pPr>
              <a:defRPr/>
            </a:pPr>
            <a:endParaRPr lang="de-DE" sz="1800">
              <a:solidFill>
                <a:schemeClr val="tx1"/>
              </a:solidFill>
              <a:latin typeface="Calibri" pitchFamily="34" charset="0"/>
            </a:endParaRPr>
          </a:p>
        </p:txBody>
      </p:sp>
      <p:grpSp>
        <p:nvGrpSpPr>
          <p:cNvPr id="59395" name="Group 2"/>
          <p:cNvGrpSpPr>
            <a:grpSpLocks/>
          </p:cNvGrpSpPr>
          <p:nvPr/>
        </p:nvGrpSpPr>
        <p:grpSpPr bwMode="auto">
          <a:xfrm>
            <a:off x="7" y="1"/>
            <a:ext cx="7104063" cy="10232967"/>
            <a:chOff x="0" y="0"/>
            <a:chExt cx="4238" cy="6215"/>
          </a:xfrm>
        </p:grpSpPr>
        <p:sp>
          <p:nvSpPr>
            <p:cNvPr id="48136" name="Shape 4098"/>
            <p:cNvSpPr>
              <a:spLocks noChangeArrowheads="1"/>
            </p:cNvSpPr>
            <p:nvPr/>
          </p:nvSpPr>
          <p:spPr bwMode="auto">
            <a:xfrm>
              <a:off x="0" y="0"/>
              <a:ext cx="4239" cy="6216"/>
            </a:xfrm>
            <a:custGeom>
              <a:avLst/>
              <a:gdLst>
                <a:gd name="T0" fmla="*/ 4 w 18695"/>
                <a:gd name="T1" fmla="*/ 0 h 27413"/>
                <a:gd name="T2" fmla="*/ 0 w 18695"/>
                <a:gd name="T3" fmla="*/ 4 h 27413"/>
                <a:gd name="T4" fmla="*/ 0 w 18695"/>
                <a:gd name="T5" fmla="*/ 27407 h 27413"/>
                <a:gd name="T6" fmla="*/ 4 w 18695"/>
                <a:gd name="T7" fmla="*/ 27412 h 27413"/>
                <a:gd name="T8" fmla="*/ 18689 w 18695"/>
                <a:gd name="T9" fmla="*/ 27412 h 27413"/>
                <a:gd name="T10" fmla="*/ 18694 w 18695"/>
                <a:gd name="T11" fmla="*/ 27407 h 27413"/>
                <a:gd name="T12" fmla="*/ 18694 w 18695"/>
                <a:gd name="T13" fmla="*/ 4 h 27413"/>
                <a:gd name="T14" fmla="*/ 18689 w 18695"/>
                <a:gd name="T15" fmla="*/ 0 h 27413"/>
                <a:gd name="T16" fmla="*/ 4 w 18695"/>
                <a:gd name="T17" fmla="*/ 0 h 2741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8695"/>
                <a:gd name="T28" fmla="*/ 0 h 27413"/>
                <a:gd name="T29" fmla="*/ 0 w 18695"/>
                <a:gd name="T30" fmla="*/ 0 h 2741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8695" h="27413">
                  <a:moveTo>
                    <a:pt x="4" y="0"/>
                  </a:moveTo>
                  <a:cubicBezTo>
                    <a:pt x="2" y="0"/>
                    <a:pt x="0" y="2"/>
                    <a:pt x="0" y="4"/>
                  </a:cubicBezTo>
                  <a:cubicBezTo>
                    <a:pt x="0" y="6"/>
                    <a:pt x="0" y="4"/>
                    <a:pt x="0" y="27407"/>
                  </a:cubicBezTo>
                  <a:cubicBezTo>
                    <a:pt x="0" y="27409"/>
                    <a:pt x="2" y="27412"/>
                    <a:pt x="4" y="27412"/>
                  </a:cubicBezTo>
                  <a:cubicBezTo>
                    <a:pt x="6" y="27412"/>
                    <a:pt x="4" y="27412"/>
                    <a:pt x="18689" y="27412"/>
                  </a:cubicBezTo>
                  <a:cubicBezTo>
                    <a:pt x="18691" y="27412"/>
                    <a:pt x="18694" y="27409"/>
                    <a:pt x="18694" y="27407"/>
                  </a:cubicBezTo>
                  <a:cubicBezTo>
                    <a:pt x="18694" y="27405"/>
                    <a:pt x="18694" y="27407"/>
                    <a:pt x="18694" y="4"/>
                  </a:cubicBezTo>
                  <a:cubicBezTo>
                    <a:pt x="18694" y="2"/>
                    <a:pt x="18691" y="0"/>
                    <a:pt x="18689" y="0"/>
                  </a:cubicBezTo>
                  <a:cubicBezTo>
                    <a:pt x="18687" y="0"/>
                    <a:pt x="18689" y="0"/>
                    <a:pt x="4" y="0"/>
                  </a:cubicBezTo>
                </a:path>
              </a:pathLst>
            </a:cu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de-DE" sz="1800">
                <a:solidFill>
                  <a:schemeClr val="tx1"/>
                </a:solidFill>
                <a:latin typeface="Calibri" pitchFamily="34" charset="0"/>
              </a:endParaRPr>
            </a:p>
          </p:txBody>
        </p:sp>
      </p:grpSp>
      <p:grpSp>
        <p:nvGrpSpPr>
          <p:cNvPr id="59396" name="Group 4"/>
          <p:cNvGrpSpPr>
            <a:grpSpLocks/>
          </p:cNvGrpSpPr>
          <p:nvPr/>
        </p:nvGrpSpPr>
        <p:grpSpPr bwMode="auto">
          <a:xfrm>
            <a:off x="7" y="1"/>
            <a:ext cx="7104063" cy="10232967"/>
            <a:chOff x="0" y="0"/>
            <a:chExt cx="4238" cy="6215"/>
          </a:xfrm>
        </p:grpSpPr>
        <p:sp>
          <p:nvSpPr>
            <p:cNvPr id="48135" name="Shape 4100"/>
            <p:cNvSpPr>
              <a:spLocks noChangeArrowheads="1"/>
            </p:cNvSpPr>
            <p:nvPr/>
          </p:nvSpPr>
          <p:spPr bwMode="auto">
            <a:xfrm>
              <a:off x="0" y="0"/>
              <a:ext cx="4239" cy="6216"/>
            </a:xfrm>
            <a:custGeom>
              <a:avLst/>
              <a:gdLst>
                <a:gd name="T0" fmla="*/ 4 w 18695"/>
                <a:gd name="T1" fmla="*/ 0 h 27413"/>
                <a:gd name="T2" fmla="*/ 0 w 18695"/>
                <a:gd name="T3" fmla="*/ 4 h 27413"/>
                <a:gd name="T4" fmla="*/ 0 w 18695"/>
                <a:gd name="T5" fmla="*/ 27407 h 27413"/>
                <a:gd name="T6" fmla="*/ 4 w 18695"/>
                <a:gd name="T7" fmla="*/ 27412 h 27413"/>
                <a:gd name="T8" fmla="*/ 18689 w 18695"/>
                <a:gd name="T9" fmla="*/ 27412 h 27413"/>
                <a:gd name="T10" fmla="*/ 18694 w 18695"/>
                <a:gd name="T11" fmla="*/ 27407 h 27413"/>
                <a:gd name="T12" fmla="*/ 18694 w 18695"/>
                <a:gd name="T13" fmla="*/ 4 h 27413"/>
                <a:gd name="T14" fmla="*/ 18689 w 18695"/>
                <a:gd name="T15" fmla="*/ 0 h 27413"/>
                <a:gd name="T16" fmla="*/ 4 w 18695"/>
                <a:gd name="T17" fmla="*/ 0 h 2741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8695"/>
                <a:gd name="T28" fmla="*/ 0 h 27413"/>
                <a:gd name="T29" fmla="*/ 0 w 18695"/>
                <a:gd name="T30" fmla="*/ 0 h 2741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8695" h="27413">
                  <a:moveTo>
                    <a:pt x="4" y="0"/>
                  </a:moveTo>
                  <a:cubicBezTo>
                    <a:pt x="2" y="0"/>
                    <a:pt x="0" y="2"/>
                    <a:pt x="0" y="4"/>
                  </a:cubicBezTo>
                  <a:cubicBezTo>
                    <a:pt x="0" y="6"/>
                    <a:pt x="0" y="4"/>
                    <a:pt x="0" y="27407"/>
                  </a:cubicBezTo>
                  <a:cubicBezTo>
                    <a:pt x="0" y="27409"/>
                    <a:pt x="2" y="27412"/>
                    <a:pt x="4" y="27412"/>
                  </a:cubicBezTo>
                  <a:cubicBezTo>
                    <a:pt x="6" y="27412"/>
                    <a:pt x="4" y="27412"/>
                    <a:pt x="18689" y="27412"/>
                  </a:cubicBezTo>
                  <a:cubicBezTo>
                    <a:pt x="18691" y="27412"/>
                    <a:pt x="18694" y="27409"/>
                    <a:pt x="18694" y="27407"/>
                  </a:cubicBezTo>
                  <a:cubicBezTo>
                    <a:pt x="18694" y="27405"/>
                    <a:pt x="18694" y="27407"/>
                    <a:pt x="18694" y="4"/>
                  </a:cubicBezTo>
                  <a:cubicBezTo>
                    <a:pt x="18694" y="2"/>
                    <a:pt x="18691" y="0"/>
                    <a:pt x="18689" y="0"/>
                  </a:cubicBezTo>
                  <a:cubicBezTo>
                    <a:pt x="18687" y="0"/>
                    <a:pt x="18689" y="0"/>
                    <a:pt x="4" y="0"/>
                  </a:cubicBezTo>
                </a:path>
              </a:pathLst>
            </a:cu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de-DE" sz="1800">
                <a:solidFill>
                  <a:schemeClr val="tx1"/>
                </a:solidFill>
                <a:latin typeface="Calibri" pitchFamily="34" charset="0"/>
              </a:endParaRPr>
            </a:p>
          </p:txBody>
        </p:sp>
      </p:grpSp>
      <p:sp>
        <p:nvSpPr>
          <p:cNvPr id="59397" name="Rectangle 410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41288" y="766763"/>
            <a:ext cx="6819900" cy="3836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sp>
      <p:sp>
        <p:nvSpPr>
          <p:cNvPr id="48134" name="Rectangle 4102"/>
          <p:cNvSpPr>
            <a:spLocks noGrp="1" noChangeArrowheads="1"/>
          </p:cNvSpPr>
          <p:nvPr>
            <p:ph type="body"/>
          </p:nvPr>
        </p:nvSpPr>
        <p:spPr bwMode="auto">
          <a:xfrm>
            <a:off x="947098" y="4862105"/>
            <a:ext cx="5206518" cy="4600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de-DE" noProof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5"/>
          </p:nvPr>
        </p:nvSpPr>
        <p:spPr>
          <a:xfrm>
            <a:off x="4024747" y="9720910"/>
            <a:ext cx="3077646" cy="512062"/>
          </a:xfrm>
          <a:prstGeom prst="rect">
            <a:avLst/>
          </a:prstGeom>
        </p:spPr>
        <p:txBody>
          <a:bodyPr vert="horz" lIns="95468" tIns="47733" rIns="95468" bIns="47733" rtlCol="0" anchor="b"/>
          <a:lstStyle>
            <a:lvl1pPr algn="r" eaLnBrk="0" hangingPunct="0">
              <a:lnSpc>
                <a:spcPct val="86000"/>
              </a:lnSpc>
              <a:buClr>
                <a:srgbClr val="00199B"/>
              </a:buClr>
              <a:buSzPct val="100000"/>
              <a:buFont typeface="Times New Roman" pitchFamily="18" charset="0"/>
              <a:buNone/>
              <a:defRPr sz="1200"/>
            </a:lvl1pPr>
          </a:lstStyle>
          <a:p>
            <a:pPr>
              <a:defRPr/>
            </a:pPr>
            <a:fld id="{37EE3512-A234-475E-95F7-C6752F8F8C3F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157660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Verdana" pitchFamily="34" charset="0"/>
        <a:ea typeface="Arial Unicode MS" pitchFamily="34" charset="-128"/>
        <a:cs typeface="Arial Unicode MS" pitchFamily="34" charset="-128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Verdana" pitchFamily="34" charset="0"/>
        <a:ea typeface="Arial Unicode MS" pitchFamily="34" charset="-128"/>
        <a:cs typeface="Arial Unicode MS" pitchFamily="34" charset="-128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Verdana" pitchFamily="34" charset="0"/>
        <a:ea typeface="Arial Unicode MS" pitchFamily="34" charset="-128"/>
        <a:cs typeface="Arial Unicode MS" pitchFamily="34" charset="-128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Verdana" pitchFamily="34" charset="0"/>
        <a:ea typeface="Arial Unicode MS" pitchFamily="34" charset="-128"/>
        <a:cs typeface="Arial Unicode MS" pitchFamily="34" charset="-128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Verdana" pitchFamily="34" charset="0"/>
        <a:ea typeface="Arial Unicode MS" pitchFamily="34" charset="-128"/>
        <a:cs typeface="Arial Unicode MS" pitchFamily="34" charset="-12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A76D4-7C98-456C-A304-D869D1BC4E95}" type="datetimeFigureOut">
              <a:rPr lang="de-DE" smtClean="0"/>
              <a:t>09.12.2025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page </a:t>
            </a:r>
            <a:fld id="{E2804C41-A9B3-4CE4-B406-E80321E0805C}" type="slidenum">
              <a:rPr lang="de-DE" smtClean="0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9904358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A76D4-7C98-456C-A304-D869D1BC4E95}" type="datetimeFigureOut">
              <a:rPr lang="de-DE" smtClean="0"/>
              <a:t>09.12.2025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page </a:t>
            </a:r>
            <a:fld id="{E2804C41-A9B3-4CE4-B406-E80321E0805C}" type="slidenum">
              <a:rPr lang="de-DE" smtClean="0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949390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A76D4-7C98-456C-A304-D869D1BC4E95}" type="datetimeFigureOut">
              <a:rPr lang="de-DE" smtClean="0"/>
              <a:t>09.12.2025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page </a:t>
            </a:r>
            <a:fld id="{E2804C41-A9B3-4CE4-B406-E80321E0805C}" type="slidenum">
              <a:rPr lang="de-DE" smtClean="0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0068878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A76D4-7C98-456C-A304-D869D1BC4E95}" type="datetimeFigureOut">
              <a:rPr lang="de-DE" smtClean="0"/>
              <a:t>09.12.2025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page </a:t>
            </a:r>
            <a:fld id="{E2804C41-A9B3-4CE4-B406-E80321E0805C}" type="slidenum">
              <a:rPr lang="de-DE" smtClean="0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9475308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A76D4-7C98-456C-A304-D869D1BC4E95}" type="datetimeFigureOut">
              <a:rPr lang="de-DE" smtClean="0"/>
              <a:t>09.12.2025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page </a:t>
            </a:r>
            <a:fld id="{E2804C41-A9B3-4CE4-B406-E80321E0805C}" type="slidenum">
              <a:rPr lang="de-DE" smtClean="0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0539320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A76D4-7C98-456C-A304-D869D1BC4E95}" type="datetimeFigureOut">
              <a:rPr lang="de-DE" smtClean="0"/>
              <a:t>09.12.2025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page </a:t>
            </a:r>
            <a:fld id="{E2804C41-A9B3-4CE4-B406-E80321E0805C}" type="slidenum">
              <a:rPr lang="de-DE" smtClean="0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6056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A76D4-7C98-456C-A304-D869D1BC4E95}" type="datetimeFigureOut">
              <a:rPr lang="de-DE" smtClean="0"/>
              <a:t>09.12.2025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page </a:t>
            </a:r>
            <a:fld id="{E2804C41-A9B3-4CE4-B406-E80321E0805C}" type="slidenum">
              <a:rPr lang="de-DE" smtClean="0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99846256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A76D4-7C98-456C-A304-D869D1BC4E95}" type="datetimeFigureOut">
              <a:rPr lang="de-DE" smtClean="0"/>
              <a:t>09.12.2025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page </a:t>
            </a:r>
            <a:fld id="{E2804C41-A9B3-4CE4-B406-E80321E0805C}" type="slidenum">
              <a:rPr lang="de-DE" smtClean="0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81127671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dirty="0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A76D4-7C98-456C-A304-D869D1BC4E95}" type="datetimeFigureOut">
              <a:rPr lang="de-DE" smtClean="0"/>
              <a:t>09.12.2025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page </a:t>
            </a:r>
            <a:fld id="{E2804C41-A9B3-4CE4-B406-E80321E0805C}" type="slidenum">
              <a:rPr lang="de-DE" smtClean="0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7715680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A76D4-7C98-456C-A304-D869D1BC4E95}" type="datetimeFigureOut">
              <a:rPr lang="de-DE" smtClean="0"/>
              <a:t>09.12.2025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page </a:t>
            </a:r>
            <a:fld id="{E2804C41-A9B3-4CE4-B406-E80321E0805C}" type="slidenum">
              <a:rPr lang="de-DE" smtClean="0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060759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A76D4-7C98-456C-A304-D869D1BC4E95}" type="datetimeFigureOut">
              <a:rPr lang="de-DE" smtClean="0"/>
              <a:t>09.12.2025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page </a:t>
            </a:r>
            <a:fld id="{E2804C41-A9B3-4CE4-B406-E80321E0805C}" type="slidenum">
              <a:rPr lang="de-DE" smtClean="0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161411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Benutzerdefiniertes Layout">
    <p:bg>
      <p:bgPr>
        <a:pattFill prst="pct5">
          <a:fgClr>
            <a:srgbClr val="FFFFFF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2545288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33785" y="207472"/>
            <a:ext cx="10515600" cy="675398"/>
          </a:xfrm>
        </p:spPr>
        <p:txBody>
          <a:bodyPr anchor="t">
            <a:noAutofit/>
          </a:bodyPr>
          <a:lstStyle>
            <a:lvl1pPr>
              <a:defRPr sz="4430" b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12" name="Foliennummernplatzhalt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de-DE"/>
              <a:t>page </a:t>
            </a:r>
            <a:fld id="{E2804C41-A9B3-4CE4-B406-E80321E0805C}" type="slidenum">
              <a:rPr lang="de-DE" smtClean="0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055905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58516738"/>
              </p:ext>
            </p:extLst>
          </p:nvPr>
        </p:nvGraphicFramePr>
        <p:xfrm>
          <a:off x="2118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9" imgH="478" progId="TCLayout.ActiveDocument.1">
                  <p:embed/>
                </p:oleObj>
              </mc:Choice>
              <mc:Fallback>
                <p:oleObj name="think-cell Folie" r:id="rId3" imgW="479" imgH="478" progId="TCLayout.ActiveDocument.1">
                  <p:embed/>
                  <p:pic>
                    <p:nvPicPr>
                      <p:cNvPr id="3" name="Objek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48342" y="54611"/>
            <a:ext cx="11643660" cy="931862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de-DE"/>
              <a:t>Titel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1"/>
          </p:nvPr>
        </p:nvSpPr>
        <p:spPr>
          <a:xfrm>
            <a:off x="617773" y="1182915"/>
            <a:ext cx="11049139" cy="4612869"/>
          </a:xfrm>
        </p:spPr>
        <p:txBody>
          <a:bodyPr/>
          <a:lstStyle>
            <a:lvl1pPr>
              <a:defRPr>
                <a:solidFill>
                  <a:srgbClr val="3B87CD"/>
                </a:solidFill>
                <a:latin typeface="+mn-lt"/>
                <a:ea typeface="Ebrima" panose="02000000000000000000" pitchFamily="2" charset="0"/>
                <a:cs typeface="Ebrima" panose="02000000000000000000" pitchFamily="2" charset="0"/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600200" indent="-228600">
              <a:defRPr lang="de-DE"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marL="1600200" lvl="3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Foliennummernplatzhalter 2"/>
          <p:cNvSpPr>
            <a:spLocks noGrp="1"/>
          </p:cNvSpPr>
          <p:nvPr>
            <p:ph type="sldNum" sz="quarter" idx="12"/>
          </p:nvPr>
        </p:nvSpPr>
        <p:spPr>
          <a:xfrm>
            <a:off x="10271678" y="6437317"/>
            <a:ext cx="1937905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page </a:t>
            </a:r>
            <a:fld id="{AEB34BAF-28EE-4BC5-A0CE-9C02E9E167B6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>
            <a:grpSpLocks/>
          </p:cNvGrpSpPr>
          <p:nvPr userDrawn="1"/>
        </p:nvGrpSpPr>
        <p:grpSpPr bwMode="auto">
          <a:xfrm>
            <a:off x="0" y="4"/>
            <a:ext cx="12188093" cy="6856413"/>
            <a:chOff x="0" y="0"/>
            <a:chExt cx="6239" cy="4319"/>
          </a:xfrm>
        </p:grpSpPr>
        <p:sp>
          <p:nvSpPr>
            <p:cNvPr id="4" name="Rounded Rectangle 4"/>
            <p:cNvSpPr>
              <a:spLocks noChangeArrowheads="1"/>
            </p:cNvSpPr>
            <p:nvPr/>
          </p:nvSpPr>
          <p:spPr bwMode="auto">
            <a:xfrm>
              <a:off x="0" y="0"/>
              <a:ext cx="6240" cy="4320"/>
            </a:xfrm>
            <a:prstGeom prst="roundRect">
              <a:avLst>
                <a:gd name="adj" fmla="val 23"/>
              </a:avLst>
            </a:prstGeom>
            <a:noFill/>
            <a:ln w="6480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414625" eaLnBrk="0" hangingPunct="0">
                <a:lnSpc>
                  <a:spcPct val="86000"/>
                </a:lnSpc>
                <a:buClr>
                  <a:srgbClr val="00199B"/>
                </a:buClr>
                <a:buSzPct val="100000"/>
                <a:buFont typeface="Times New Roman" pitchFamily="18" charset="0"/>
                <a:buNone/>
                <a:defRPr/>
              </a:pPr>
              <a:endParaRPr lang="de-DE" sz="1661">
                <a:solidFill>
                  <a:srgbClr val="00199B"/>
                </a:solidFill>
              </a:endParaRPr>
            </a:p>
          </p:txBody>
        </p:sp>
      </p:grpSp>
      <p:sp>
        <p:nvSpPr>
          <p:cNvPr id="8" name="Rectangle 1024"/>
          <p:cNvSpPr>
            <a:spLocks noGrp="1" noChangeArrowheads="1"/>
          </p:cNvSpPr>
          <p:nvPr>
            <p:ph type="title"/>
          </p:nvPr>
        </p:nvSpPr>
        <p:spPr bwMode="auto">
          <a:xfrm>
            <a:off x="573724" y="47735"/>
            <a:ext cx="10859691" cy="931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en-GB" dirty="0" err="1"/>
              <a:t>Titel</a:t>
            </a:r>
            <a:endParaRPr lang="en-GB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48343" y="54611"/>
            <a:ext cx="11524669" cy="931862"/>
          </a:xfrm>
        </p:spPr>
        <p:txBody>
          <a:bodyPr/>
          <a:lstStyle/>
          <a:p>
            <a:r>
              <a:rPr lang="de-DE"/>
              <a:t>Titel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10347867" y="6437317"/>
            <a:ext cx="1861716" cy="365125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de-DE"/>
              <a:t>page </a:t>
            </a:r>
            <a:fld id="{C464DC37-CF16-44A2-8C8C-978D46C6C778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oleObject" Target="../embeddings/oleObject1.bin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3EF97C-8245-4FCB-8044-26457775F786}" type="datetimeFigureOut">
              <a:rPr lang="en-DE" smtClean="0"/>
              <a:t>12/09/2025</a:t>
            </a:fld>
            <a:endParaRPr lang="en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de-DE"/>
              <a:t>page </a:t>
            </a:r>
            <a:fld id="{E2804C41-A9B3-4CE4-B406-E80321E0805C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39CDEE62-2BEA-4049-886C-E88723FDD81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8"/>
            </p:custDataLst>
            <p:extLst>
              <p:ext uri="{D42A27DB-BD31-4B8C-83A1-F6EECF244321}">
                <p14:modId xmlns:p14="http://schemas.microsoft.com/office/powerpoint/2010/main" val="481026326"/>
              </p:ext>
            </p:extLst>
          </p:nvPr>
        </p:nvGraphicFramePr>
        <p:xfrm>
          <a:off x="2118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19" imgW="479" imgH="478" progId="TCLayout.ActiveDocument.1">
                  <p:embed/>
                </p:oleObj>
              </mc:Choice>
              <mc:Fallback>
                <p:oleObj name="think-cell Folie" r:id="rId19" imgW="479" imgH="478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39CDEE62-2BEA-4049-886C-E88723FDD8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118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58976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  <p:sldLayoutId id="2147483948" r:id="rId12"/>
    <p:sldLayoutId id="2147483747" r:id="rId13"/>
    <p:sldLayoutId id="2147483739" r:id="rId14"/>
    <p:sldLayoutId id="2147483737" r:id="rId15"/>
    <p:sldLayoutId id="2147483738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sv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sv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3228A-AF30-3224-9E14-0113C2CA1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hteck: abgerundete Ecken 44">
            <a:extLst>
              <a:ext uri="{FF2B5EF4-FFF2-40B4-BE49-F238E27FC236}">
                <a16:creationId xmlns:a16="http://schemas.microsoft.com/office/drawing/2014/main" id="{1C05880A-BC67-D92D-C42A-BB1747CFBFAA}"/>
              </a:ext>
            </a:extLst>
          </p:cNvPr>
          <p:cNvSpPr/>
          <p:nvPr/>
        </p:nvSpPr>
        <p:spPr>
          <a:xfrm>
            <a:off x="3013090" y="3361335"/>
            <a:ext cx="8398018" cy="3232695"/>
          </a:xfrm>
          <a:prstGeom prst="roundRect">
            <a:avLst>
              <a:gd name="adj" fmla="val 6303"/>
            </a:avLst>
          </a:prstGeom>
          <a:solidFill>
            <a:srgbClr val="FFF2CC">
              <a:alpha val="40000"/>
            </a:srgbClr>
          </a:solidFill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l">
              <a:spcBef>
                <a:spcPct val="50000"/>
              </a:spcBef>
            </a:pPr>
            <a:endParaRPr lang="de-DE" b="1" dirty="0" err="1">
              <a:solidFill>
                <a:schemeClr val="tx1">
                  <a:lumMod val="65000"/>
                  <a:lumOff val="3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0" name="Rechteck: abgerundete Ecken 39">
            <a:extLst>
              <a:ext uri="{FF2B5EF4-FFF2-40B4-BE49-F238E27FC236}">
                <a16:creationId xmlns:a16="http://schemas.microsoft.com/office/drawing/2014/main" id="{6F252BA8-ACE7-3D91-9BCE-529EB1E83EDB}"/>
              </a:ext>
            </a:extLst>
          </p:cNvPr>
          <p:cNvSpPr/>
          <p:nvPr/>
        </p:nvSpPr>
        <p:spPr>
          <a:xfrm>
            <a:off x="7938296" y="415883"/>
            <a:ext cx="3472817" cy="2307606"/>
          </a:xfrm>
          <a:prstGeom prst="roundRect">
            <a:avLst>
              <a:gd name="adj" fmla="val 6303"/>
            </a:avLst>
          </a:prstGeom>
          <a:solidFill>
            <a:srgbClr val="E2F0D9">
              <a:alpha val="40000"/>
            </a:srgbClr>
          </a:solidFill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l">
              <a:spcBef>
                <a:spcPct val="50000"/>
              </a:spcBef>
            </a:pPr>
            <a:endParaRPr lang="de-DE" b="1" dirty="0" err="1">
              <a:solidFill>
                <a:schemeClr val="tx1">
                  <a:lumMod val="65000"/>
                  <a:lumOff val="3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99CCCCE-7B85-ACE6-C91A-187F8C1A41A9}"/>
              </a:ext>
            </a:extLst>
          </p:cNvPr>
          <p:cNvSpPr txBox="1"/>
          <p:nvPr/>
        </p:nvSpPr>
        <p:spPr>
          <a:xfrm>
            <a:off x="851163" y="1967435"/>
            <a:ext cx="1651653" cy="290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470"/>
              </a:lnSpc>
              <a:buNone/>
            </a:pPr>
            <a: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Lehrer</a:t>
            </a:r>
            <a:endParaRPr lang="de-DE" sz="1400" b="1" i="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8CA110AA-7BB3-4226-A287-2C2F540D9B07}"/>
              </a:ext>
            </a:extLst>
          </p:cNvPr>
          <p:cNvSpPr txBox="1"/>
          <p:nvPr/>
        </p:nvSpPr>
        <p:spPr>
          <a:xfrm>
            <a:off x="664016" y="4745250"/>
            <a:ext cx="1887701" cy="290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470"/>
              </a:lnSpc>
              <a:buNone/>
            </a:pPr>
            <a: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Lernender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65489366-CFE5-8439-BDC2-C4EDE05F44F3}"/>
              </a:ext>
            </a:extLst>
          </p:cNvPr>
          <p:cNvSpPr txBox="1"/>
          <p:nvPr/>
        </p:nvSpPr>
        <p:spPr>
          <a:xfrm>
            <a:off x="4077523" y="4885410"/>
            <a:ext cx="1732276" cy="4828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latinLnBrk="1">
              <a:lnSpc>
                <a:spcPts val="1470"/>
              </a:lnSpc>
              <a:buNone/>
            </a:pPr>
            <a:r>
              <a:rPr lang="de-DE" sz="1400" b="1" dirty="0" err="1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SkillPilot</a:t>
            </a:r>
            <a: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 GPT</a:t>
            </a:r>
            <a:b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</a:br>
            <a: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(ChatGPT UI)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DCF8167E-FA0B-886B-03C2-66436A79DD08}"/>
              </a:ext>
            </a:extLst>
          </p:cNvPr>
          <p:cNvSpPr txBox="1"/>
          <p:nvPr/>
        </p:nvSpPr>
        <p:spPr>
          <a:xfrm>
            <a:off x="3356903" y="2399530"/>
            <a:ext cx="3472817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470"/>
              </a:lnSpc>
              <a:buNone/>
            </a:pPr>
            <a:r>
              <a:rPr lang="de-DE" sz="1400" b="1" dirty="0" err="1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SkillPilot</a:t>
            </a:r>
            <a: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 Data Explorer</a:t>
            </a: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F25C75D4-2ACE-7E80-0C62-434A3FDB2155}"/>
              </a:ext>
            </a:extLst>
          </p:cNvPr>
          <p:cNvSpPr/>
          <p:nvPr/>
        </p:nvSpPr>
        <p:spPr>
          <a:xfrm>
            <a:off x="8154185" y="787627"/>
            <a:ext cx="2967003" cy="1573503"/>
          </a:xfrm>
          <a:prstGeom prst="roundRect">
            <a:avLst>
              <a:gd name="adj" fmla="val 6303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l">
              <a:spcBef>
                <a:spcPct val="50000"/>
              </a:spcBef>
            </a:pPr>
            <a:endParaRPr lang="de-DE" b="1" dirty="0" err="1">
              <a:solidFill>
                <a:schemeClr val="tx1">
                  <a:lumMod val="65000"/>
                  <a:lumOff val="3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F21E19A9-1BD0-2A47-447C-8AC82243BD0D}"/>
              </a:ext>
            </a:extLst>
          </p:cNvPr>
          <p:cNvSpPr txBox="1"/>
          <p:nvPr/>
        </p:nvSpPr>
        <p:spPr>
          <a:xfrm>
            <a:off x="8286160" y="993882"/>
            <a:ext cx="2712191" cy="1054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470"/>
              </a:lnSpc>
              <a:buNone/>
            </a:pPr>
            <a:r>
              <a:rPr lang="de-DE" sz="1400" i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skillpilot.com</a:t>
            </a:r>
            <a: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 Server</a:t>
            </a:r>
            <a:b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</a:br>
            <a:b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</a:br>
            <a:r>
              <a:rPr lang="de-DE" sz="1400" b="1" dirty="0" err="1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Skill</a:t>
            </a:r>
            <a: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-Graph</a:t>
            </a:r>
            <a:b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</a:br>
            <a:b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</a:br>
            <a: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Lernfortschritt</a:t>
            </a:r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480434A3-6137-FDEC-69B4-47B6AC058662}"/>
              </a:ext>
            </a:extLst>
          </p:cNvPr>
          <p:cNvCxnSpPr>
            <a:cxnSpLocks/>
          </p:cNvCxnSpPr>
          <p:nvPr/>
        </p:nvCxnSpPr>
        <p:spPr>
          <a:xfrm flipV="1">
            <a:off x="1685475" y="2782108"/>
            <a:ext cx="1244072" cy="1337688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E944C2C6-7675-493B-E7F8-2D2B56D50300}"/>
              </a:ext>
            </a:extLst>
          </p:cNvPr>
          <p:cNvCxnSpPr>
            <a:cxnSpLocks/>
          </p:cNvCxnSpPr>
          <p:nvPr/>
        </p:nvCxnSpPr>
        <p:spPr>
          <a:xfrm>
            <a:off x="1743901" y="4198524"/>
            <a:ext cx="1803445" cy="0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4F96E85A-53D7-D603-1470-C927CADB5E16}"/>
              </a:ext>
            </a:extLst>
          </p:cNvPr>
          <p:cNvCxnSpPr>
            <a:cxnSpLocks/>
          </p:cNvCxnSpPr>
          <p:nvPr/>
        </p:nvCxnSpPr>
        <p:spPr>
          <a:xfrm>
            <a:off x="1849774" y="1528559"/>
            <a:ext cx="908627" cy="0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A1D23187-837A-1A3D-ABBF-554475B4974F}"/>
              </a:ext>
            </a:extLst>
          </p:cNvPr>
          <p:cNvCxnSpPr>
            <a:cxnSpLocks/>
          </p:cNvCxnSpPr>
          <p:nvPr/>
        </p:nvCxnSpPr>
        <p:spPr>
          <a:xfrm>
            <a:off x="1207150" y="2469987"/>
            <a:ext cx="0" cy="810624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8A94B40A-4E7A-570C-18EE-D851897B0B87}"/>
              </a:ext>
            </a:extLst>
          </p:cNvPr>
          <p:cNvCxnSpPr>
            <a:cxnSpLocks/>
          </p:cNvCxnSpPr>
          <p:nvPr/>
        </p:nvCxnSpPr>
        <p:spPr>
          <a:xfrm>
            <a:off x="7173798" y="1451749"/>
            <a:ext cx="630685" cy="0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13637435-043B-63C9-16F8-78D0290BAC62}"/>
              </a:ext>
            </a:extLst>
          </p:cNvPr>
          <p:cNvCxnSpPr>
            <a:cxnSpLocks/>
          </p:cNvCxnSpPr>
          <p:nvPr/>
        </p:nvCxnSpPr>
        <p:spPr>
          <a:xfrm>
            <a:off x="5570694" y="4180453"/>
            <a:ext cx="2038661" cy="0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AD474FED-14A9-F314-6134-2371EFBB6D77}"/>
              </a:ext>
            </a:extLst>
          </p:cNvPr>
          <p:cNvSpPr/>
          <p:nvPr/>
        </p:nvSpPr>
        <p:spPr>
          <a:xfrm>
            <a:off x="7804483" y="3545151"/>
            <a:ext cx="3264564" cy="998776"/>
          </a:xfrm>
          <a:prstGeom prst="roundRect">
            <a:avLst>
              <a:gd name="adj" fmla="val 6303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l">
              <a:spcBef>
                <a:spcPct val="50000"/>
              </a:spcBef>
            </a:pPr>
            <a:endParaRPr lang="de-DE" b="1" dirty="0" err="1">
              <a:solidFill>
                <a:schemeClr val="tx1">
                  <a:lumMod val="65000"/>
                  <a:lumOff val="3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1B35B23C-53D8-12C9-2D27-6652EEF6FEFD}"/>
              </a:ext>
            </a:extLst>
          </p:cNvPr>
          <p:cNvSpPr txBox="1"/>
          <p:nvPr/>
        </p:nvSpPr>
        <p:spPr>
          <a:xfrm>
            <a:off x="7892988" y="3720021"/>
            <a:ext cx="3235948" cy="669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470"/>
              </a:lnSpc>
              <a:buNone/>
            </a:pPr>
            <a: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ChatGPT Server</a:t>
            </a:r>
            <a:b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</a:br>
            <a:b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</a:br>
            <a: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verwendet z.B. ChatGPT 5.1</a:t>
            </a:r>
          </a:p>
        </p:txBody>
      </p: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75B0534C-7B3C-EFC7-6AE8-AC62AABF02B5}"/>
              </a:ext>
            </a:extLst>
          </p:cNvPr>
          <p:cNvCxnSpPr>
            <a:cxnSpLocks/>
          </p:cNvCxnSpPr>
          <p:nvPr/>
        </p:nvCxnSpPr>
        <p:spPr>
          <a:xfrm flipV="1">
            <a:off x="9339941" y="2875299"/>
            <a:ext cx="0" cy="627682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hteck: abgerundete Ecken 33">
            <a:extLst>
              <a:ext uri="{FF2B5EF4-FFF2-40B4-BE49-F238E27FC236}">
                <a16:creationId xmlns:a16="http://schemas.microsoft.com/office/drawing/2014/main" id="{D17EF9B1-8792-428D-7E63-2075A5043893}"/>
              </a:ext>
            </a:extLst>
          </p:cNvPr>
          <p:cNvSpPr/>
          <p:nvPr/>
        </p:nvSpPr>
        <p:spPr>
          <a:xfrm>
            <a:off x="7804483" y="5167345"/>
            <a:ext cx="3264564" cy="998776"/>
          </a:xfrm>
          <a:prstGeom prst="roundRect">
            <a:avLst>
              <a:gd name="adj" fmla="val 6303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l">
              <a:spcBef>
                <a:spcPct val="50000"/>
              </a:spcBef>
            </a:pPr>
            <a:endParaRPr lang="de-DE" b="1" dirty="0" err="1">
              <a:solidFill>
                <a:schemeClr val="tx1">
                  <a:lumMod val="65000"/>
                  <a:lumOff val="3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69852D8A-6E25-A7A7-3962-12A5A287AC3A}"/>
              </a:ext>
            </a:extLst>
          </p:cNvPr>
          <p:cNvSpPr txBox="1"/>
          <p:nvPr/>
        </p:nvSpPr>
        <p:spPr>
          <a:xfrm>
            <a:off x="8897625" y="5521501"/>
            <a:ext cx="1226675" cy="290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470"/>
              </a:lnSpc>
              <a:buNone/>
            </a:pPr>
            <a: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Internet</a:t>
            </a:r>
          </a:p>
        </p:txBody>
      </p: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4389440B-B11E-9331-1E3B-F358AAD7D1EB}"/>
              </a:ext>
            </a:extLst>
          </p:cNvPr>
          <p:cNvCxnSpPr>
            <a:cxnSpLocks/>
          </p:cNvCxnSpPr>
          <p:nvPr/>
        </p:nvCxnSpPr>
        <p:spPr>
          <a:xfrm>
            <a:off x="9333882" y="4708358"/>
            <a:ext cx="0" cy="358549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feld 42">
            <a:extLst>
              <a:ext uri="{FF2B5EF4-FFF2-40B4-BE49-F238E27FC236}">
                <a16:creationId xmlns:a16="http://schemas.microsoft.com/office/drawing/2014/main" id="{3DE357B0-699F-D0D3-8433-D37FADA6D169}"/>
              </a:ext>
            </a:extLst>
          </p:cNvPr>
          <p:cNvSpPr txBox="1"/>
          <p:nvPr/>
        </p:nvSpPr>
        <p:spPr>
          <a:xfrm>
            <a:off x="8229600" y="489373"/>
            <a:ext cx="3070142" cy="290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lnSpc>
                <a:spcPts val="1470"/>
              </a:lnSpc>
            </a:pPr>
            <a: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KEINE persönlichen Daten</a:t>
            </a: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E25B346F-7B20-7E73-75D9-1E4B6EBB13EE}"/>
              </a:ext>
            </a:extLst>
          </p:cNvPr>
          <p:cNvSpPr txBox="1"/>
          <p:nvPr/>
        </p:nvSpPr>
        <p:spPr>
          <a:xfrm>
            <a:off x="8130149" y="2399530"/>
            <a:ext cx="3235948" cy="290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lnSpc>
                <a:spcPts val="1470"/>
              </a:lnSpc>
              <a:buNone/>
            </a:pPr>
            <a: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nur pseudonyme </a:t>
            </a:r>
            <a:r>
              <a:rPr lang="de-DE" sz="1400" b="1" dirty="0" err="1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SkillPilot</a:t>
            </a:r>
            <a: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-ID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E89166ED-20DA-9EDF-F95D-BC6FD5E6A826}"/>
              </a:ext>
            </a:extLst>
          </p:cNvPr>
          <p:cNvSpPr txBox="1"/>
          <p:nvPr/>
        </p:nvSpPr>
        <p:spPr>
          <a:xfrm>
            <a:off x="3250498" y="6030785"/>
            <a:ext cx="473332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470"/>
              </a:lnSpc>
              <a:buNone/>
            </a:pPr>
            <a: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ChatGPT basierter Tutor, </a:t>
            </a:r>
            <a:b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</a:br>
            <a: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der auf den </a:t>
            </a:r>
            <a:r>
              <a:rPr lang="de-DE" sz="1400" b="1" dirty="0" err="1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SkillPilot</a:t>
            </a:r>
            <a: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 Server zugreift </a:t>
            </a:r>
          </a:p>
        </p:txBody>
      </p:sp>
      <p:pic>
        <p:nvPicPr>
          <p:cNvPr id="37" name="Grafik 36" descr="Server Silhouette">
            <a:extLst>
              <a:ext uri="{FF2B5EF4-FFF2-40B4-BE49-F238E27FC236}">
                <a16:creationId xmlns:a16="http://schemas.microsoft.com/office/drawing/2014/main" id="{96979750-3988-A65F-3347-CFBB23E656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11321" y="1209507"/>
            <a:ext cx="914400" cy="914400"/>
          </a:xfrm>
          <a:prstGeom prst="rect">
            <a:avLst/>
          </a:prstGeom>
        </p:spPr>
      </p:pic>
      <p:pic>
        <p:nvPicPr>
          <p:cNvPr id="39" name="Grafik 38" descr="Verwirrte Person Silhouette">
            <a:extLst>
              <a:ext uri="{FF2B5EF4-FFF2-40B4-BE49-F238E27FC236}">
                <a16:creationId xmlns:a16="http://schemas.microsoft.com/office/drawing/2014/main" id="{9EC7897C-8D41-FE6C-BFBC-0304324563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3573" y="702115"/>
            <a:ext cx="1185758" cy="1185758"/>
          </a:xfrm>
          <a:prstGeom prst="rect">
            <a:avLst/>
          </a:prstGeom>
        </p:spPr>
      </p:pic>
      <p:pic>
        <p:nvPicPr>
          <p:cNvPr id="41" name="Grafik 40" descr="Verwirrte Person Silhouette">
            <a:extLst>
              <a:ext uri="{FF2B5EF4-FFF2-40B4-BE49-F238E27FC236}">
                <a16:creationId xmlns:a16="http://schemas.microsoft.com/office/drawing/2014/main" id="{E5CE2389-27B4-425A-14A4-33B2EC9C44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4016" y="3505558"/>
            <a:ext cx="1185758" cy="1185758"/>
          </a:xfrm>
          <a:prstGeom prst="rect">
            <a:avLst/>
          </a:prstGeom>
        </p:spPr>
      </p:pic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4F1F5C89-B3A0-1468-38E5-D66A48DC05E4}"/>
              </a:ext>
            </a:extLst>
          </p:cNvPr>
          <p:cNvCxnSpPr>
            <a:cxnSpLocks/>
          </p:cNvCxnSpPr>
          <p:nvPr/>
        </p:nvCxnSpPr>
        <p:spPr>
          <a:xfrm>
            <a:off x="409042" y="6002318"/>
            <a:ext cx="708035" cy="0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feld 48">
            <a:extLst>
              <a:ext uri="{FF2B5EF4-FFF2-40B4-BE49-F238E27FC236}">
                <a16:creationId xmlns:a16="http://schemas.microsoft.com/office/drawing/2014/main" id="{DF9DF363-69A8-9B6A-BF6F-A8D45E3344D7}"/>
              </a:ext>
            </a:extLst>
          </p:cNvPr>
          <p:cNvSpPr txBox="1"/>
          <p:nvPr/>
        </p:nvSpPr>
        <p:spPr>
          <a:xfrm>
            <a:off x="301658" y="6116976"/>
            <a:ext cx="2369371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470"/>
              </a:lnSpc>
              <a:buNone/>
            </a:pPr>
            <a: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Pfeil in </a:t>
            </a:r>
            <a:b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</a:br>
            <a: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Initiierungsrichtung</a:t>
            </a:r>
          </a:p>
        </p:txBody>
      </p:sp>
      <p:pic>
        <p:nvPicPr>
          <p:cNvPr id="51" name="Grafik 50" descr="Ein Bild, das gelb, Dreieck, Stern enthält.&#10;&#10;KI-generierte Inhalte können fehlerhaft sein.">
            <a:extLst>
              <a:ext uri="{FF2B5EF4-FFF2-40B4-BE49-F238E27FC236}">
                <a16:creationId xmlns:a16="http://schemas.microsoft.com/office/drawing/2014/main" id="{B763C414-9988-0CC3-E842-7BFBAD72E01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5138" y="4532519"/>
            <a:ext cx="983952" cy="983952"/>
          </a:xfrm>
          <a:prstGeom prst="rect">
            <a:avLst/>
          </a:prstGeom>
        </p:spPr>
      </p:pic>
      <p:pic>
        <p:nvPicPr>
          <p:cNvPr id="53" name="Grafik 52">
            <a:extLst>
              <a:ext uri="{FF2B5EF4-FFF2-40B4-BE49-F238E27FC236}">
                <a16:creationId xmlns:a16="http://schemas.microsoft.com/office/drawing/2014/main" id="{A25E41AE-DE9F-C12D-2358-366100E8451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099110" y="3636900"/>
            <a:ext cx="1123248" cy="1123248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4CD58F6B-0423-BD91-7783-367E73CB2F4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20723" y="344094"/>
            <a:ext cx="3794959" cy="2016072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2" name="Grafik 11" descr="Zeitung Silhouette">
            <a:extLst>
              <a:ext uri="{FF2B5EF4-FFF2-40B4-BE49-F238E27FC236}">
                <a16:creationId xmlns:a16="http://schemas.microsoft.com/office/drawing/2014/main" id="{80BC0795-8528-18BF-045D-AE5BF12CE06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67168" y="203126"/>
            <a:ext cx="678455" cy="678455"/>
          </a:xfrm>
          <a:prstGeom prst="rect">
            <a:avLst/>
          </a:prstGeom>
        </p:spPr>
      </p:pic>
      <p:sp>
        <p:nvSpPr>
          <p:cNvPr id="20" name="Textfeld 19">
            <a:extLst>
              <a:ext uri="{FF2B5EF4-FFF2-40B4-BE49-F238E27FC236}">
                <a16:creationId xmlns:a16="http://schemas.microsoft.com/office/drawing/2014/main" id="{E5A012FD-A5B2-8D4B-9B34-4C6E9FB00E91}"/>
              </a:ext>
            </a:extLst>
          </p:cNvPr>
          <p:cNvSpPr txBox="1"/>
          <p:nvPr/>
        </p:nvSpPr>
        <p:spPr>
          <a:xfrm>
            <a:off x="1537932" y="752296"/>
            <a:ext cx="1570273" cy="469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>
              <a:lnSpc>
                <a:spcPts val="1470"/>
              </a:lnSpc>
              <a:buNone/>
            </a:pPr>
            <a:r>
              <a:rPr lang="de-DE" sz="105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Datenbackup</a:t>
            </a:r>
            <a:br>
              <a:rPr lang="de-DE" sz="105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</a:br>
            <a:r>
              <a:rPr lang="de-DE" sz="105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Lehrerdaten</a:t>
            </a:r>
            <a:endParaRPr lang="de-DE" sz="1050" b="1" i="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2" name="Grafik 1" descr="Zeitung Silhouette">
            <a:extLst>
              <a:ext uri="{FF2B5EF4-FFF2-40B4-BE49-F238E27FC236}">
                <a16:creationId xmlns:a16="http://schemas.microsoft.com/office/drawing/2014/main" id="{02CF428D-1687-6639-334B-E1AD6A7BDE9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69872" y="2280073"/>
            <a:ext cx="678455" cy="678455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9D70A3A0-FE00-5F0E-CB3C-80DC46B49B7B}"/>
              </a:ext>
            </a:extLst>
          </p:cNvPr>
          <p:cNvSpPr txBox="1"/>
          <p:nvPr/>
        </p:nvSpPr>
        <p:spPr>
          <a:xfrm>
            <a:off x="1182031" y="2835315"/>
            <a:ext cx="1570273" cy="469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>
              <a:lnSpc>
                <a:spcPts val="1470"/>
              </a:lnSpc>
              <a:buNone/>
            </a:pPr>
            <a:r>
              <a:rPr lang="de-DE" sz="105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Datenbackup</a:t>
            </a:r>
            <a:br>
              <a:rPr lang="de-DE" sz="105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</a:br>
            <a:r>
              <a:rPr lang="de-DE" sz="105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Schülerdaten</a:t>
            </a:r>
            <a:endParaRPr lang="de-DE" sz="1050" b="1" i="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8386374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0F9F0-485B-6BE0-690D-6AFBED0E8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hteck: abgerundete Ecken 44">
            <a:extLst>
              <a:ext uri="{FF2B5EF4-FFF2-40B4-BE49-F238E27FC236}">
                <a16:creationId xmlns:a16="http://schemas.microsoft.com/office/drawing/2014/main" id="{841757E3-DB2A-6E31-41DC-827F85E03CEF}"/>
              </a:ext>
            </a:extLst>
          </p:cNvPr>
          <p:cNvSpPr/>
          <p:nvPr/>
        </p:nvSpPr>
        <p:spPr>
          <a:xfrm>
            <a:off x="3013090" y="3361335"/>
            <a:ext cx="8398018" cy="3232695"/>
          </a:xfrm>
          <a:prstGeom prst="roundRect">
            <a:avLst>
              <a:gd name="adj" fmla="val 6303"/>
            </a:avLst>
          </a:prstGeom>
          <a:solidFill>
            <a:srgbClr val="FFF2CC">
              <a:alpha val="40000"/>
            </a:srgbClr>
          </a:solidFill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l">
              <a:spcBef>
                <a:spcPct val="50000"/>
              </a:spcBef>
            </a:pPr>
            <a:endParaRPr lang="de-DE" b="1" dirty="0" err="1">
              <a:solidFill>
                <a:schemeClr val="tx1">
                  <a:lumMod val="65000"/>
                  <a:lumOff val="3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0" name="Rechteck: abgerundete Ecken 39">
            <a:extLst>
              <a:ext uri="{FF2B5EF4-FFF2-40B4-BE49-F238E27FC236}">
                <a16:creationId xmlns:a16="http://schemas.microsoft.com/office/drawing/2014/main" id="{7349767E-65CD-739E-9F5D-60657F66D3E4}"/>
              </a:ext>
            </a:extLst>
          </p:cNvPr>
          <p:cNvSpPr/>
          <p:nvPr/>
        </p:nvSpPr>
        <p:spPr>
          <a:xfrm>
            <a:off x="7938296" y="415883"/>
            <a:ext cx="3472817" cy="2307606"/>
          </a:xfrm>
          <a:prstGeom prst="roundRect">
            <a:avLst>
              <a:gd name="adj" fmla="val 6303"/>
            </a:avLst>
          </a:prstGeom>
          <a:solidFill>
            <a:srgbClr val="E2F0D9">
              <a:alpha val="40000"/>
            </a:srgbClr>
          </a:solidFill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l">
              <a:spcBef>
                <a:spcPct val="50000"/>
              </a:spcBef>
            </a:pPr>
            <a:endParaRPr lang="de-DE" b="1" dirty="0" err="1">
              <a:solidFill>
                <a:schemeClr val="tx1">
                  <a:lumMod val="65000"/>
                  <a:lumOff val="3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4020DC8-F1C7-329C-0C71-F74AC71A685E}"/>
              </a:ext>
            </a:extLst>
          </p:cNvPr>
          <p:cNvSpPr txBox="1"/>
          <p:nvPr/>
        </p:nvSpPr>
        <p:spPr>
          <a:xfrm>
            <a:off x="763059" y="1879211"/>
            <a:ext cx="10758069" cy="10599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470"/>
              </a:lnSpc>
              <a:buNone/>
            </a:pPr>
            <a:r>
              <a:rPr lang="de-DE" sz="1400" b="1" dirty="0" err="1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educator</a:t>
            </a:r>
            <a:br>
              <a:rPr 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de-DE" sz="1400" b="1" i="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7AC95E4C-3DBA-E1FB-1122-FA40F67D723A}"/>
              </a:ext>
            </a:extLst>
          </p:cNvPr>
          <p:cNvSpPr txBox="1"/>
          <p:nvPr/>
        </p:nvSpPr>
        <p:spPr>
          <a:xfrm>
            <a:off x="780892" y="4745250"/>
            <a:ext cx="1770825" cy="290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470"/>
              </a:lnSpc>
              <a:buNone/>
            </a:pPr>
            <a:r>
              <a:rPr lang="de-DE" sz="1400" b="1" dirty="0" err="1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learner</a:t>
            </a:r>
            <a:endParaRPr lang="de-DE" sz="1400" b="1" dirty="0">
              <a:latin typeface="Cascadia Code" panose="020B0609020000020004" pitchFamily="49" charset="0"/>
              <a:ea typeface="ADLaM Display" panose="020F0502020204030204" pitchFamily="2" charset="0"/>
              <a:cs typeface="Cascadia Code" panose="020B0609020000020004" pitchFamily="49" charset="0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6786D3DB-8035-FB70-1D8D-85B4DC43B788}"/>
              </a:ext>
            </a:extLst>
          </p:cNvPr>
          <p:cNvSpPr txBox="1"/>
          <p:nvPr/>
        </p:nvSpPr>
        <p:spPr>
          <a:xfrm>
            <a:off x="4077523" y="4885410"/>
            <a:ext cx="1732276" cy="4828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latinLnBrk="1">
              <a:lnSpc>
                <a:spcPts val="1470"/>
              </a:lnSpc>
              <a:buNone/>
            </a:pPr>
            <a:r>
              <a:rPr lang="de-DE" sz="1400" b="1" dirty="0" err="1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SkillPilot</a:t>
            </a:r>
            <a: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 GPT</a:t>
            </a:r>
            <a:b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</a:br>
            <a: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(ChatGPT UI)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F291C344-4DA6-72CF-37A4-796CFF009BBC}"/>
              </a:ext>
            </a:extLst>
          </p:cNvPr>
          <p:cNvSpPr txBox="1"/>
          <p:nvPr/>
        </p:nvSpPr>
        <p:spPr>
          <a:xfrm>
            <a:off x="3356903" y="2399530"/>
            <a:ext cx="3472817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470"/>
              </a:lnSpc>
              <a:buNone/>
            </a:pPr>
            <a:r>
              <a:rPr lang="de-DE" sz="1400" b="1" dirty="0" err="1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SkillPilot</a:t>
            </a:r>
            <a: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 </a:t>
            </a:r>
            <a:r>
              <a:rPr lang="de-DE" sz="1400" b="1" dirty="0" err="1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data</a:t>
            </a:r>
            <a: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 </a:t>
            </a:r>
            <a:r>
              <a:rPr lang="de-DE" sz="1400" b="1" dirty="0" err="1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explorer</a:t>
            </a:r>
            <a:endParaRPr lang="de-DE" sz="1400" b="1" dirty="0">
              <a:latin typeface="Cascadia Code" panose="020B0609020000020004" pitchFamily="49" charset="0"/>
              <a:ea typeface="ADLaM Display" panose="020F0502020204030204" pitchFamily="2" charset="0"/>
              <a:cs typeface="Cascadia Code" panose="020B0609020000020004" pitchFamily="49" charset="0"/>
            </a:endParaRP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18FA1F73-8C98-BC73-3A09-553D8A2ECEFE}"/>
              </a:ext>
            </a:extLst>
          </p:cNvPr>
          <p:cNvSpPr/>
          <p:nvPr/>
        </p:nvSpPr>
        <p:spPr>
          <a:xfrm>
            <a:off x="8154185" y="787627"/>
            <a:ext cx="2967003" cy="1573503"/>
          </a:xfrm>
          <a:prstGeom prst="roundRect">
            <a:avLst>
              <a:gd name="adj" fmla="val 6303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l">
              <a:spcBef>
                <a:spcPct val="50000"/>
              </a:spcBef>
            </a:pPr>
            <a:endParaRPr lang="de-DE" b="1" dirty="0" err="1">
              <a:solidFill>
                <a:schemeClr val="tx1">
                  <a:lumMod val="65000"/>
                  <a:lumOff val="3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DBBCEDC6-206F-0BE1-BB6B-B789E82A2975}"/>
              </a:ext>
            </a:extLst>
          </p:cNvPr>
          <p:cNvSpPr txBox="1"/>
          <p:nvPr/>
        </p:nvSpPr>
        <p:spPr>
          <a:xfrm>
            <a:off x="8286160" y="993882"/>
            <a:ext cx="2712191" cy="1054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470"/>
              </a:lnSpc>
              <a:buNone/>
            </a:pPr>
            <a:r>
              <a:rPr lang="de-DE" sz="1400" i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skillpilot.com</a:t>
            </a:r>
            <a: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 </a:t>
            </a:r>
            <a:r>
              <a:rPr lang="de-DE" sz="1400" b="1" dirty="0" err="1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server</a:t>
            </a:r>
            <a:b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</a:br>
            <a:b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</a:br>
            <a:r>
              <a:rPr lang="de-DE" sz="1400" b="1" dirty="0" err="1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skill</a:t>
            </a:r>
            <a: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 </a:t>
            </a:r>
            <a:r>
              <a:rPr lang="de-DE" sz="1400" b="1" dirty="0" err="1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graph</a:t>
            </a:r>
            <a:b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</a:br>
            <a:b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</a:br>
            <a:r>
              <a:rPr lang="de-DE" sz="1400" b="1" dirty="0" err="1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mastery</a:t>
            </a:r>
            <a:endParaRPr lang="de-DE" sz="1400" b="1" dirty="0">
              <a:latin typeface="Cascadia Code" panose="020B0609020000020004" pitchFamily="49" charset="0"/>
              <a:ea typeface="ADLaM Display" panose="020F0502020204030204" pitchFamily="2" charset="0"/>
              <a:cs typeface="Cascadia Code" panose="020B0609020000020004" pitchFamily="49" charset="0"/>
            </a:endParaRPr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217F1750-EC9B-CE23-D6EC-EB0FAAC40B0F}"/>
              </a:ext>
            </a:extLst>
          </p:cNvPr>
          <p:cNvCxnSpPr>
            <a:cxnSpLocks/>
          </p:cNvCxnSpPr>
          <p:nvPr/>
        </p:nvCxnSpPr>
        <p:spPr>
          <a:xfrm flipV="1">
            <a:off x="1685475" y="2782108"/>
            <a:ext cx="1244072" cy="1337688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7C3B0BE1-EED3-39FD-F1FC-E0D25DA37148}"/>
              </a:ext>
            </a:extLst>
          </p:cNvPr>
          <p:cNvCxnSpPr>
            <a:cxnSpLocks/>
          </p:cNvCxnSpPr>
          <p:nvPr/>
        </p:nvCxnSpPr>
        <p:spPr>
          <a:xfrm>
            <a:off x="1743901" y="4198524"/>
            <a:ext cx="1803445" cy="0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C46F31A2-6EDB-7CC1-7BE8-18298377D9D9}"/>
              </a:ext>
            </a:extLst>
          </p:cNvPr>
          <p:cNvCxnSpPr>
            <a:cxnSpLocks/>
          </p:cNvCxnSpPr>
          <p:nvPr/>
        </p:nvCxnSpPr>
        <p:spPr>
          <a:xfrm>
            <a:off x="1849774" y="1528559"/>
            <a:ext cx="908627" cy="0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B2A8D8DB-4BE0-4826-7240-A4B871AAA452}"/>
              </a:ext>
            </a:extLst>
          </p:cNvPr>
          <p:cNvCxnSpPr>
            <a:cxnSpLocks/>
          </p:cNvCxnSpPr>
          <p:nvPr/>
        </p:nvCxnSpPr>
        <p:spPr>
          <a:xfrm>
            <a:off x="1207150" y="2469987"/>
            <a:ext cx="0" cy="810624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0EE251D9-4602-7E08-213D-C6F40C1C5E9E}"/>
              </a:ext>
            </a:extLst>
          </p:cNvPr>
          <p:cNvCxnSpPr>
            <a:cxnSpLocks/>
          </p:cNvCxnSpPr>
          <p:nvPr/>
        </p:nvCxnSpPr>
        <p:spPr>
          <a:xfrm>
            <a:off x="7173798" y="1451749"/>
            <a:ext cx="630685" cy="0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B92F8B78-4936-78BC-8224-FF1AD09B1395}"/>
              </a:ext>
            </a:extLst>
          </p:cNvPr>
          <p:cNvCxnSpPr>
            <a:cxnSpLocks/>
          </p:cNvCxnSpPr>
          <p:nvPr/>
        </p:nvCxnSpPr>
        <p:spPr>
          <a:xfrm>
            <a:off x="5570694" y="4180453"/>
            <a:ext cx="2038661" cy="0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B3642DD6-B0DC-442A-FCEE-CA4DE988BC2B}"/>
              </a:ext>
            </a:extLst>
          </p:cNvPr>
          <p:cNvSpPr/>
          <p:nvPr/>
        </p:nvSpPr>
        <p:spPr>
          <a:xfrm>
            <a:off x="7804483" y="3545151"/>
            <a:ext cx="3264564" cy="998776"/>
          </a:xfrm>
          <a:prstGeom prst="roundRect">
            <a:avLst>
              <a:gd name="adj" fmla="val 6303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l">
              <a:spcBef>
                <a:spcPct val="50000"/>
              </a:spcBef>
            </a:pPr>
            <a:endParaRPr lang="de-DE" b="1" dirty="0" err="1">
              <a:solidFill>
                <a:schemeClr val="tx1">
                  <a:lumMod val="65000"/>
                  <a:lumOff val="3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6D5D594C-FC8D-1086-5CC1-2B9BDEBEECB4}"/>
              </a:ext>
            </a:extLst>
          </p:cNvPr>
          <p:cNvSpPr txBox="1"/>
          <p:nvPr/>
        </p:nvSpPr>
        <p:spPr>
          <a:xfrm>
            <a:off x="7892988" y="3720021"/>
            <a:ext cx="3235948" cy="669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470"/>
              </a:lnSpc>
              <a:buNone/>
            </a:pPr>
            <a: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ChatGPT </a:t>
            </a:r>
            <a:r>
              <a:rPr lang="de-DE" sz="1400" b="1" dirty="0" err="1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server</a:t>
            </a:r>
            <a:b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</a:br>
            <a:b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</a:br>
            <a:r>
              <a:rPr lang="de-DE" sz="1400" b="1" dirty="0" err="1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uses</a:t>
            </a:r>
            <a: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 e.g. ChatGPT 5.1</a:t>
            </a:r>
          </a:p>
        </p:txBody>
      </p: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8380B97D-4A61-9173-49EB-AB53B0FCD863}"/>
              </a:ext>
            </a:extLst>
          </p:cNvPr>
          <p:cNvCxnSpPr>
            <a:cxnSpLocks/>
          </p:cNvCxnSpPr>
          <p:nvPr/>
        </p:nvCxnSpPr>
        <p:spPr>
          <a:xfrm flipV="1">
            <a:off x="9339941" y="2875299"/>
            <a:ext cx="0" cy="627682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hteck: abgerundete Ecken 33">
            <a:extLst>
              <a:ext uri="{FF2B5EF4-FFF2-40B4-BE49-F238E27FC236}">
                <a16:creationId xmlns:a16="http://schemas.microsoft.com/office/drawing/2014/main" id="{F2907F93-A3E4-A634-B75A-DC9FC60F069B}"/>
              </a:ext>
            </a:extLst>
          </p:cNvPr>
          <p:cNvSpPr/>
          <p:nvPr/>
        </p:nvSpPr>
        <p:spPr>
          <a:xfrm>
            <a:off x="7804483" y="5167345"/>
            <a:ext cx="3264564" cy="998776"/>
          </a:xfrm>
          <a:prstGeom prst="roundRect">
            <a:avLst>
              <a:gd name="adj" fmla="val 6303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l">
              <a:spcBef>
                <a:spcPct val="50000"/>
              </a:spcBef>
            </a:pPr>
            <a:endParaRPr lang="de-DE" b="1" dirty="0" err="1">
              <a:solidFill>
                <a:schemeClr val="tx1">
                  <a:lumMod val="65000"/>
                  <a:lumOff val="3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76B20615-DA4D-F5CB-8D26-7E45D5B834C8}"/>
              </a:ext>
            </a:extLst>
          </p:cNvPr>
          <p:cNvSpPr txBox="1"/>
          <p:nvPr/>
        </p:nvSpPr>
        <p:spPr>
          <a:xfrm>
            <a:off x="8897625" y="5521501"/>
            <a:ext cx="1226675" cy="290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470"/>
              </a:lnSpc>
              <a:buNone/>
            </a:pPr>
            <a:r>
              <a:rPr lang="de-DE" sz="1400" b="1" dirty="0" err="1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internet</a:t>
            </a:r>
            <a:endParaRPr lang="de-DE" sz="1400" b="1" dirty="0">
              <a:latin typeface="Cascadia Code" panose="020B0609020000020004" pitchFamily="49" charset="0"/>
              <a:ea typeface="ADLaM Display" panose="020F0502020204030204" pitchFamily="2" charset="0"/>
              <a:cs typeface="Cascadia Code" panose="020B0609020000020004" pitchFamily="49" charset="0"/>
            </a:endParaRPr>
          </a:p>
        </p:txBody>
      </p: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8DE7BAF5-154F-51CF-1BC3-5E16BF0F95E2}"/>
              </a:ext>
            </a:extLst>
          </p:cNvPr>
          <p:cNvCxnSpPr>
            <a:cxnSpLocks/>
          </p:cNvCxnSpPr>
          <p:nvPr/>
        </p:nvCxnSpPr>
        <p:spPr>
          <a:xfrm>
            <a:off x="9333882" y="4708358"/>
            <a:ext cx="0" cy="358549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feld 42">
            <a:extLst>
              <a:ext uri="{FF2B5EF4-FFF2-40B4-BE49-F238E27FC236}">
                <a16:creationId xmlns:a16="http://schemas.microsoft.com/office/drawing/2014/main" id="{331167AB-3385-41F6-12BB-1E98B03D82AD}"/>
              </a:ext>
            </a:extLst>
          </p:cNvPr>
          <p:cNvSpPr txBox="1"/>
          <p:nvPr/>
        </p:nvSpPr>
        <p:spPr>
          <a:xfrm>
            <a:off x="8460556" y="489373"/>
            <a:ext cx="2839185" cy="290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lnSpc>
                <a:spcPts val="1470"/>
              </a:lnSpc>
            </a:pPr>
            <a: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NO personal </a:t>
            </a:r>
            <a:r>
              <a:rPr lang="de-DE" sz="1400" b="1" dirty="0" err="1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data</a:t>
            </a:r>
            <a:endParaRPr lang="de-DE" sz="1400" b="1" dirty="0">
              <a:latin typeface="Cascadia Code" panose="020B0609020000020004" pitchFamily="49" charset="0"/>
              <a:ea typeface="ADLaM Display" panose="020F0502020204030204" pitchFamily="2" charset="0"/>
              <a:cs typeface="Cascadia Code" panose="020B0609020000020004" pitchFamily="49" charset="0"/>
            </a:endParaRP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1B37357B-C27C-81A8-11A6-853B5996A1E3}"/>
              </a:ext>
            </a:extLst>
          </p:cNvPr>
          <p:cNvSpPr txBox="1"/>
          <p:nvPr/>
        </p:nvSpPr>
        <p:spPr>
          <a:xfrm>
            <a:off x="8130149" y="2399530"/>
            <a:ext cx="3235948" cy="290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lnSpc>
                <a:spcPts val="1470"/>
              </a:lnSpc>
              <a:buNone/>
            </a:pPr>
            <a:r>
              <a:rPr lang="de-DE" sz="1400" b="1" dirty="0" err="1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only</a:t>
            </a:r>
            <a: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 pseudonym </a:t>
            </a:r>
            <a:r>
              <a:rPr lang="de-DE" sz="1400" b="1" dirty="0" err="1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SkillPilot</a:t>
            </a:r>
            <a: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-ID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17AC7A66-FBC2-842C-EDDA-BCCAE80EADB3}"/>
              </a:ext>
            </a:extLst>
          </p:cNvPr>
          <p:cNvSpPr txBox="1"/>
          <p:nvPr/>
        </p:nvSpPr>
        <p:spPr>
          <a:xfrm>
            <a:off x="3250498" y="6030785"/>
            <a:ext cx="473332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470"/>
              </a:lnSpc>
              <a:buNone/>
            </a:pPr>
            <a: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ChatGPT </a:t>
            </a:r>
            <a:r>
              <a:rPr lang="de-DE" sz="1400" b="1" dirty="0" err="1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based</a:t>
            </a:r>
            <a: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 </a:t>
            </a:r>
            <a:r>
              <a:rPr lang="de-DE" sz="1400" b="1" dirty="0" err="1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tutor</a:t>
            </a:r>
            <a: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, </a:t>
            </a:r>
            <a:b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</a:br>
            <a:r>
              <a:rPr lang="de-DE" sz="1400" b="1" dirty="0" err="1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accessing</a:t>
            </a:r>
            <a: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 </a:t>
            </a:r>
            <a:r>
              <a:rPr lang="de-DE" sz="1400" b="1" dirty="0" err="1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SkillPilot</a:t>
            </a:r>
            <a: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 </a:t>
            </a:r>
            <a:r>
              <a:rPr lang="de-DE" sz="1400" b="1" dirty="0" err="1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server</a:t>
            </a:r>
            <a:endParaRPr lang="de-DE" sz="1400" b="1" dirty="0">
              <a:latin typeface="Cascadia Code" panose="020B0609020000020004" pitchFamily="49" charset="0"/>
              <a:ea typeface="ADLaM Display" panose="020F0502020204030204" pitchFamily="2" charset="0"/>
              <a:cs typeface="Cascadia Code" panose="020B0609020000020004" pitchFamily="49" charset="0"/>
            </a:endParaRPr>
          </a:p>
        </p:txBody>
      </p:sp>
      <p:pic>
        <p:nvPicPr>
          <p:cNvPr id="37" name="Grafik 36" descr="Server Silhouette">
            <a:extLst>
              <a:ext uri="{FF2B5EF4-FFF2-40B4-BE49-F238E27FC236}">
                <a16:creationId xmlns:a16="http://schemas.microsoft.com/office/drawing/2014/main" id="{8FC0C145-71E1-1820-4D81-52E15E89CD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11321" y="1209507"/>
            <a:ext cx="914400" cy="914400"/>
          </a:xfrm>
          <a:prstGeom prst="rect">
            <a:avLst/>
          </a:prstGeom>
        </p:spPr>
      </p:pic>
      <p:pic>
        <p:nvPicPr>
          <p:cNvPr id="39" name="Grafik 38" descr="Verwirrte Person Silhouette">
            <a:extLst>
              <a:ext uri="{FF2B5EF4-FFF2-40B4-BE49-F238E27FC236}">
                <a16:creationId xmlns:a16="http://schemas.microsoft.com/office/drawing/2014/main" id="{8704426B-056C-114F-F8A3-054DBE1032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4016" y="614341"/>
            <a:ext cx="1185758" cy="1185758"/>
          </a:xfrm>
          <a:prstGeom prst="rect">
            <a:avLst/>
          </a:prstGeom>
        </p:spPr>
      </p:pic>
      <p:pic>
        <p:nvPicPr>
          <p:cNvPr id="41" name="Grafik 40" descr="Verwirrte Person Silhouette">
            <a:extLst>
              <a:ext uri="{FF2B5EF4-FFF2-40B4-BE49-F238E27FC236}">
                <a16:creationId xmlns:a16="http://schemas.microsoft.com/office/drawing/2014/main" id="{AA8DD9D9-CB8B-B79A-7B69-3F04D0E162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4016" y="3505558"/>
            <a:ext cx="1185758" cy="1185758"/>
          </a:xfrm>
          <a:prstGeom prst="rect">
            <a:avLst/>
          </a:prstGeom>
        </p:spPr>
      </p:pic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43EB5AEB-5B8A-1383-A8C9-CBA0C45D868A}"/>
              </a:ext>
            </a:extLst>
          </p:cNvPr>
          <p:cNvCxnSpPr>
            <a:cxnSpLocks/>
          </p:cNvCxnSpPr>
          <p:nvPr/>
        </p:nvCxnSpPr>
        <p:spPr>
          <a:xfrm>
            <a:off x="409042" y="6002318"/>
            <a:ext cx="708035" cy="0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feld 48">
            <a:extLst>
              <a:ext uri="{FF2B5EF4-FFF2-40B4-BE49-F238E27FC236}">
                <a16:creationId xmlns:a16="http://schemas.microsoft.com/office/drawing/2014/main" id="{D949EA90-2D9D-5882-AB71-01BD63D7C17D}"/>
              </a:ext>
            </a:extLst>
          </p:cNvPr>
          <p:cNvSpPr txBox="1"/>
          <p:nvPr/>
        </p:nvSpPr>
        <p:spPr>
          <a:xfrm>
            <a:off x="176106" y="6116976"/>
            <a:ext cx="254824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470"/>
              </a:lnSpc>
              <a:buNone/>
            </a:pPr>
            <a:r>
              <a:rPr lang="de-DE" sz="1400" b="1" dirty="0" err="1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arrow</a:t>
            </a:r>
            <a: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 </a:t>
            </a:r>
            <a:r>
              <a:rPr lang="en-US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in the direction of initiation</a:t>
            </a:r>
            <a:endParaRPr lang="de-DE" sz="1400" b="1" dirty="0">
              <a:latin typeface="Cascadia Code" panose="020B0609020000020004" pitchFamily="49" charset="0"/>
              <a:ea typeface="ADLaM Display" panose="020F0502020204030204" pitchFamily="2" charset="0"/>
              <a:cs typeface="Cascadia Code" panose="020B0609020000020004" pitchFamily="49" charset="0"/>
            </a:endParaRPr>
          </a:p>
        </p:txBody>
      </p:sp>
      <p:pic>
        <p:nvPicPr>
          <p:cNvPr id="51" name="Grafik 50" descr="Ein Bild, das gelb, Dreieck, Stern enthält.&#10;&#10;KI-generierte Inhalte können fehlerhaft sein.">
            <a:extLst>
              <a:ext uri="{FF2B5EF4-FFF2-40B4-BE49-F238E27FC236}">
                <a16:creationId xmlns:a16="http://schemas.microsoft.com/office/drawing/2014/main" id="{877D8D1A-7034-4F6C-B740-E36575D66EE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5138" y="4532519"/>
            <a:ext cx="983952" cy="983952"/>
          </a:xfrm>
          <a:prstGeom prst="rect">
            <a:avLst/>
          </a:prstGeom>
        </p:spPr>
      </p:pic>
      <p:pic>
        <p:nvPicPr>
          <p:cNvPr id="53" name="Grafik 52">
            <a:extLst>
              <a:ext uri="{FF2B5EF4-FFF2-40B4-BE49-F238E27FC236}">
                <a16:creationId xmlns:a16="http://schemas.microsoft.com/office/drawing/2014/main" id="{66F07196-B2B5-1DEE-9A37-9A35836F8EB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099110" y="3636900"/>
            <a:ext cx="1123248" cy="1123248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8A1F413C-DBCB-BEFF-EFB9-1EC317228DA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20723" y="344094"/>
            <a:ext cx="3794959" cy="2016072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2" name="Grafik 1" descr="Zeitung Silhouette">
            <a:extLst>
              <a:ext uri="{FF2B5EF4-FFF2-40B4-BE49-F238E27FC236}">
                <a16:creationId xmlns:a16="http://schemas.microsoft.com/office/drawing/2014/main" id="{03F3B22F-B508-0AB1-9324-B98AA4C2DFC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67168" y="203126"/>
            <a:ext cx="678455" cy="678455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9D86C333-DE23-76B8-2BE8-6665509AC818}"/>
              </a:ext>
            </a:extLst>
          </p:cNvPr>
          <p:cNvSpPr txBox="1"/>
          <p:nvPr/>
        </p:nvSpPr>
        <p:spPr>
          <a:xfrm>
            <a:off x="1537932" y="752296"/>
            <a:ext cx="1570273" cy="469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>
              <a:lnSpc>
                <a:spcPts val="1470"/>
              </a:lnSpc>
              <a:buNone/>
            </a:pPr>
            <a:r>
              <a:rPr lang="de-DE" sz="1050" b="1" dirty="0" err="1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data</a:t>
            </a:r>
            <a:r>
              <a:rPr lang="de-DE" sz="105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 </a:t>
            </a:r>
            <a:r>
              <a:rPr lang="de-DE" sz="1050" b="1" dirty="0" err="1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backup</a:t>
            </a:r>
            <a:br>
              <a:rPr lang="de-DE" sz="105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</a:br>
            <a:r>
              <a:rPr lang="de-DE" sz="1050" b="1" dirty="0" err="1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educator</a:t>
            </a:r>
            <a:endParaRPr lang="de-DE" sz="1050" b="1" i="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Grafik 6" descr="Zeitung Silhouette">
            <a:extLst>
              <a:ext uri="{FF2B5EF4-FFF2-40B4-BE49-F238E27FC236}">
                <a16:creationId xmlns:a16="http://schemas.microsoft.com/office/drawing/2014/main" id="{C1CF4A1D-77CC-44D4-39F2-374482202F7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69872" y="2280073"/>
            <a:ext cx="678455" cy="678455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E183B99A-6DB3-CC37-3B34-C01F701F1F73}"/>
              </a:ext>
            </a:extLst>
          </p:cNvPr>
          <p:cNvSpPr txBox="1"/>
          <p:nvPr/>
        </p:nvSpPr>
        <p:spPr>
          <a:xfrm>
            <a:off x="1182031" y="2835315"/>
            <a:ext cx="1570273" cy="469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>
              <a:lnSpc>
                <a:spcPts val="1470"/>
              </a:lnSpc>
              <a:buNone/>
            </a:pPr>
            <a:r>
              <a:rPr lang="de-DE" sz="1050" b="1" dirty="0" err="1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data</a:t>
            </a:r>
            <a:r>
              <a:rPr lang="de-DE" sz="105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 </a:t>
            </a:r>
            <a:r>
              <a:rPr lang="de-DE" sz="1050" b="1" dirty="0" err="1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backup</a:t>
            </a:r>
            <a:br>
              <a:rPr lang="de-DE" sz="105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</a:br>
            <a:r>
              <a:rPr lang="de-DE" sz="1050" b="1" dirty="0" err="1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learner</a:t>
            </a:r>
            <a:endParaRPr lang="de-DE" sz="1050" b="1" i="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4219023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3045&quot;&gt;&lt;version val=&quot;25072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.%m.%Y&lt;/m_strFormatTime&gt;&lt;m_yearfmt&gt;&lt;begin val=&quot;0&quot;/&gt;&lt;end val=&quot;0&quot;/&gt;&lt;/m_yearfmt&gt;&lt;/m_precDefaultDate&gt;&lt;m_precDefaultYear&gt;&lt;m_bNumberIsYear val=&quot;0&quot;/&gt;&lt;m_strFormatTime&gt;%Y&lt;/m_strFormatTime&gt;&lt;m_yearfmt&gt;&lt;begin val=&quot;0&quot;/&gt;&lt;end val=&quot;0&quot;/&gt;&lt;/m_yearfmt&gt;&lt;/m_precDefaultYear&gt;&lt;m_precDefaultQuarter&gt;&lt;m_bNumberIsYear val=&quot;0&quot;/&gt;&lt;m_strFormatTime&gt;Q%5&lt;/m_strFormatTime&gt;&lt;m_yearfmt&gt;&lt;begin val=&quot;0&quot;/&gt;&lt;end val=&quot;4&quot;/&gt;&lt;/m_yearfmt&gt;&lt;/m_precDefaultQuarter&gt;&lt;m_precDefaultMonth&gt;&lt;m_bNumberIsYear val=&quot;0&quot;/&gt;&lt;m_strFormatTime&gt;%1&lt;/m_strFormatTime&gt;&lt;m_yearfmt&gt;&lt;begin val=&quot;0&quot;/&gt;&lt;end val=&quot;4&quot;/&gt;&lt;/m_yearfmt&gt;&lt;/m_precDefaultMonth&gt;&lt;m_precDefaultWeek&gt;&lt;m_bNumberIsYear val=&quot;0&quot;/&gt;&lt;m_strFormatTime&gt;%4&lt;/m_strFormatTime&gt;&lt;m_yearfmt&gt;&lt;begin val=&quot;0&quot;/&gt;&lt;end val=&quot;4&quot;/&gt;&lt;/m_yearfmt&gt;&lt;/m_precDefaultWeek&gt;&lt;m_precDefaultDay&gt;&lt;m_bNumberIsYear val=&quot;0&quot;/&gt;&lt;m_strFormatTime&gt;%#d&lt;/m_strFormatTime&gt;&lt;m_yearfmt&gt;&lt;begin val=&quot;0&quot;/&gt;&lt;end val=&quot;4&quot;/&gt;&lt;/m_yearfmt&gt;&lt;/m_precDefaultDay&gt;&lt;m_mruColor&gt;&lt;m_vecMRU length=&quot;0&quot;/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square">
        <a:spAutoFit/>
      </a:bodyPr>
      <a:lstStyle>
        <a:defPPr algn="l">
          <a:spcBef>
            <a:spcPct val="50000"/>
          </a:spcBef>
          <a:defRPr b="1" dirty="0" err="1" smtClean="0">
            <a:solidFill>
              <a:schemeClr val="tx1">
                <a:lumMod val="65000"/>
                <a:lumOff val="35000"/>
              </a:schemeClr>
            </a:solidFill>
            <a:latin typeface="Courier New" panose="02070309020205020404" pitchFamily="49" charset="0"/>
            <a:cs typeface="Courier New" panose="02070309020205020404" pitchFamily="49" charset="0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Control xmlns="http://schemas.microsoft.com/VisualStudio/2011/storyboarding/control">
  <Id Name="System.Storyboarding.Media.StreetMap" Revision="1" Stencil="System.Storyboarding.Media" StencilVersion="0.1"/>
</Control>
</file>

<file path=customXml/itemProps1.xml><?xml version="1.0" encoding="utf-8"?>
<ds:datastoreItem xmlns:ds="http://schemas.openxmlformats.org/officeDocument/2006/customXml" ds:itemID="{F990B1A7-77DE-4456-BA19-ECD8367FCFB0}">
  <ds:schemaRefs>
    <ds:schemaRef ds:uri="http://schemas.microsoft.com/VisualStudio/2011/storyboarding/contro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128</Words>
  <Application>Microsoft Office PowerPoint</Application>
  <PresentationFormat>Breitbild</PresentationFormat>
  <Paragraphs>26</Paragraphs>
  <Slides>2</Slides>
  <Notes>0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11" baseType="lpstr">
      <vt:lpstr>Cascadia Code</vt:lpstr>
      <vt:lpstr>Arial</vt:lpstr>
      <vt:lpstr>Courier New</vt:lpstr>
      <vt:lpstr>Calibri Light</vt:lpstr>
      <vt:lpstr>Times New Roman</vt:lpstr>
      <vt:lpstr>Verdana</vt:lpstr>
      <vt:lpstr>Calibri</vt:lpstr>
      <vt:lpstr>Office Theme</vt:lpstr>
      <vt:lpstr>think-cell Folie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Workshop Java Enterprise Edition Platform</dc:title>
  <dc:creator>Matthias</dc:creator>
  <cp:lastModifiedBy>Matthias Unverzagt</cp:lastModifiedBy>
  <cp:revision>15507</cp:revision>
  <cp:lastPrinted>2025-12-02T11:16:48Z</cp:lastPrinted>
  <dcterms:modified xsi:type="dcterms:W3CDTF">2025-12-09T15:37:29Z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fs.IsStoryboard">
    <vt:bool>true</vt:bool>
  </property>
</Properties>
</file>