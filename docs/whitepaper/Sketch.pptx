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>
  <p:sldMasterIdLst>
    <p:sldMasterId id="2147483936" r:id="rId2"/>
  </p:sldMasterIdLst>
  <p:notesMasterIdLst>
    <p:notesMasterId r:id="rId4"/>
  </p:notesMasterIdLst>
  <p:sldIdLst>
    <p:sldId id="5619" r:id="rId3"/>
  </p:sldIdLst>
  <p:sldSz cx="12192000" cy="6858000"/>
  <p:notesSz cx="7104063" cy="10234613"/>
  <p:embeddedFontLst>
    <p:embeddedFont>
      <p:font typeface="Cascadia Code" panose="020B0609020000020004" pitchFamily="49" charset="0"/>
      <p:regular r:id="rId5"/>
      <p:bold r:id="rId6"/>
      <p:italic r:id="rId7"/>
      <p:boldItalic r:id="rId8"/>
    </p:embeddedFont>
    <p:embeddedFont>
      <p:font typeface="Verdana" panose="020B0604030504040204" pitchFamily="34" charset="0"/>
      <p:regular r:id="rId9"/>
      <p:bold r:id="rId10"/>
      <p:italic r:id="rId11"/>
      <p:boldItalic r:id="rId12"/>
    </p:embeddedFont>
  </p:embeddedFontLst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FFBA1738-BB5B-489F-858C-BE11AE70AF74}">
          <p14:sldIdLst/>
        </p14:section>
        <p14:section name="Abschnitt ohne Titel" id="{072B6B53-6221-4414-BF82-8982A1E08F4D}">
          <p14:sldIdLst/>
        </p14:section>
        <p14:section name="Abschnitt ohne Titel" id="{B7243583-CC7E-4B35-AA4E-83E7FEFFC1EA}">
          <p14:sldIdLst/>
        </p14:section>
        <p14:section name="Abschnitt ohne Titel" id="{8FFF9FD4-FE09-49CA-B0E2-062B1D95281B}">
          <p14:sldIdLst/>
        </p14:section>
        <p14:section name="Abschnitt ohne Titel" id="{2EA90089-064C-4DE2-B718-E428842DE8B9}">
          <p14:sldIdLst>
            <p14:sldId id="56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5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88" userDrawn="1">
          <p15:clr>
            <a:srgbClr val="A4A3A4"/>
          </p15:clr>
        </p15:guide>
        <p15:guide id="2" pos="228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E2F0D9"/>
    <a:srgbClr val="FF6600"/>
    <a:srgbClr val="70AD47"/>
    <a:srgbClr val="FFC000"/>
    <a:srgbClr val="EEB500"/>
    <a:srgbClr val="F0B700"/>
    <a:srgbClr val="FFFF00"/>
    <a:srgbClr val="FFFBCD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5767" autoAdjust="0"/>
  </p:normalViewPr>
  <p:slideViewPr>
    <p:cSldViewPr snapToGrid="0">
      <p:cViewPr varScale="1">
        <p:scale>
          <a:sx n="81" d="100"/>
          <a:sy n="81" d="100"/>
        </p:scale>
        <p:origin x="694" y="34"/>
      </p:cViewPr>
      <p:guideLst>
        <p:guide orient="horz" pos="2160"/>
        <p:guide pos="3544"/>
      </p:guideLst>
    </p:cSldViewPr>
  </p:slideViewPr>
  <p:outlineViewPr>
    <p:cViewPr varScale="1">
      <p:scale>
        <a:sx n="170" d="200"/>
        <a:sy n="170" d="200"/>
      </p:scale>
      <p:origin x="0" y="57534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5268"/>
    </p:cViewPr>
  </p:sorterViewPr>
  <p:notesViewPr>
    <p:cSldViewPr snapToGrid="0">
      <p:cViewPr varScale="1">
        <p:scale>
          <a:sx n="85" d="100"/>
          <a:sy n="85" d="100"/>
        </p:scale>
        <p:origin x="3918" y="96"/>
      </p:cViewPr>
      <p:guideLst>
        <p:guide orient="horz" pos="2988"/>
        <p:guide pos="22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gs" Target="tags/tag1.xml"/><Relationship Id="rId3" Type="http://schemas.openxmlformats.org/officeDocument/2006/relationships/slide" Target="slides/slid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viewProps" Target="view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ounded Rectangle 4096"/>
          <p:cNvSpPr>
            <a:spLocks noChangeArrowheads="1"/>
          </p:cNvSpPr>
          <p:nvPr/>
        </p:nvSpPr>
        <p:spPr bwMode="auto">
          <a:xfrm>
            <a:off x="4" y="4"/>
            <a:ext cx="7105739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5468" tIns="47733" rIns="95468" bIns="47733" anchor="ctr"/>
          <a:lstStyle/>
          <a:p>
            <a:pPr>
              <a:defRPr/>
            </a:pPr>
            <a:endParaRPr lang="de-DE" sz="1800">
              <a:solidFill>
                <a:schemeClr val="tx1"/>
              </a:solidFill>
              <a:latin typeface="Calibri" pitchFamily="34" charset="0"/>
            </a:endParaRPr>
          </a:p>
        </p:txBody>
      </p:sp>
      <p:grpSp>
        <p:nvGrpSpPr>
          <p:cNvPr id="59395" name="Group 2"/>
          <p:cNvGrpSpPr>
            <a:grpSpLocks/>
          </p:cNvGrpSpPr>
          <p:nvPr/>
        </p:nvGrpSpPr>
        <p:grpSpPr bwMode="auto">
          <a:xfrm>
            <a:off x="7" y="1"/>
            <a:ext cx="7104063" cy="10232967"/>
            <a:chOff x="0" y="0"/>
            <a:chExt cx="4238" cy="6215"/>
          </a:xfrm>
        </p:grpSpPr>
        <p:sp>
          <p:nvSpPr>
            <p:cNvPr id="48136" name="Shape 4098"/>
            <p:cNvSpPr>
              <a:spLocks noChangeArrowheads="1"/>
            </p:cNvSpPr>
            <p:nvPr/>
          </p:nvSpPr>
          <p:spPr bwMode="auto">
            <a:xfrm>
              <a:off x="0" y="0"/>
              <a:ext cx="4239" cy="6216"/>
            </a:xfrm>
            <a:custGeom>
              <a:avLst/>
              <a:gdLst>
                <a:gd name="T0" fmla="*/ 4 w 18695"/>
                <a:gd name="T1" fmla="*/ 0 h 27413"/>
                <a:gd name="T2" fmla="*/ 0 w 18695"/>
                <a:gd name="T3" fmla="*/ 4 h 27413"/>
                <a:gd name="T4" fmla="*/ 0 w 18695"/>
                <a:gd name="T5" fmla="*/ 27407 h 27413"/>
                <a:gd name="T6" fmla="*/ 4 w 18695"/>
                <a:gd name="T7" fmla="*/ 27412 h 27413"/>
                <a:gd name="T8" fmla="*/ 18689 w 18695"/>
                <a:gd name="T9" fmla="*/ 27412 h 27413"/>
                <a:gd name="T10" fmla="*/ 18694 w 18695"/>
                <a:gd name="T11" fmla="*/ 27407 h 27413"/>
                <a:gd name="T12" fmla="*/ 18694 w 18695"/>
                <a:gd name="T13" fmla="*/ 4 h 27413"/>
                <a:gd name="T14" fmla="*/ 18689 w 18695"/>
                <a:gd name="T15" fmla="*/ 0 h 27413"/>
                <a:gd name="T16" fmla="*/ 4 w 18695"/>
                <a:gd name="T17" fmla="*/ 0 h 27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695"/>
                <a:gd name="T28" fmla="*/ 0 h 27413"/>
                <a:gd name="T29" fmla="*/ 0 w 18695"/>
                <a:gd name="T30" fmla="*/ 0 h 27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695" h="27413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0" y="4"/>
                    <a:pt x="0" y="27407"/>
                  </a:cubicBezTo>
                  <a:cubicBezTo>
                    <a:pt x="0" y="27409"/>
                    <a:pt x="2" y="27412"/>
                    <a:pt x="4" y="27412"/>
                  </a:cubicBezTo>
                  <a:cubicBezTo>
                    <a:pt x="6" y="27412"/>
                    <a:pt x="4" y="27412"/>
                    <a:pt x="18689" y="27412"/>
                  </a:cubicBezTo>
                  <a:cubicBezTo>
                    <a:pt x="18691" y="27412"/>
                    <a:pt x="18694" y="27409"/>
                    <a:pt x="18694" y="27407"/>
                  </a:cubicBezTo>
                  <a:cubicBezTo>
                    <a:pt x="18694" y="27405"/>
                    <a:pt x="18694" y="27407"/>
                    <a:pt x="18694" y="4"/>
                  </a:cubicBezTo>
                  <a:cubicBezTo>
                    <a:pt x="18694" y="2"/>
                    <a:pt x="18691" y="0"/>
                    <a:pt x="18689" y="0"/>
                  </a:cubicBezTo>
                  <a:cubicBezTo>
                    <a:pt x="18687" y="0"/>
                    <a:pt x="18689" y="0"/>
                    <a:pt x="4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 sz="1800">
                <a:solidFill>
                  <a:schemeClr val="tx1"/>
                </a:solidFill>
                <a:latin typeface="Calibri" pitchFamily="34" charset="0"/>
              </a:endParaRPr>
            </a:p>
          </p:txBody>
        </p:sp>
      </p:grp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7" y="1"/>
            <a:ext cx="7104063" cy="10232967"/>
            <a:chOff x="0" y="0"/>
            <a:chExt cx="4238" cy="6215"/>
          </a:xfrm>
        </p:grpSpPr>
        <p:sp>
          <p:nvSpPr>
            <p:cNvPr id="48135" name="Shape 4100"/>
            <p:cNvSpPr>
              <a:spLocks noChangeArrowheads="1"/>
            </p:cNvSpPr>
            <p:nvPr/>
          </p:nvSpPr>
          <p:spPr bwMode="auto">
            <a:xfrm>
              <a:off x="0" y="0"/>
              <a:ext cx="4239" cy="6216"/>
            </a:xfrm>
            <a:custGeom>
              <a:avLst/>
              <a:gdLst>
                <a:gd name="T0" fmla="*/ 4 w 18695"/>
                <a:gd name="T1" fmla="*/ 0 h 27413"/>
                <a:gd name="T2" fmla="*/ 0 w 18695"/>
                <a:gd name="T3" fmla="*/ 4 h 27413"/>
                <a:gd name="T4" fmla="*/ 0 w 18695"/>
                <a:gd name="T5" fmla="*/ 27407 h 27413"/>
                <a:gd name="T6" fmla="*/ 4 w 18695"/>
                <a:gd name="T7" fmla="*/ 27412 h 27413"/>
                <a:gd name="T8" fmla="*/ 18689 w 18695"/>
                <a:gd name="T9" fmla="*/ 27412 h 27413"/>
                <a:gd name="T10" fmla="*/ 18694 w 18695"/>
                <a:gd name="T11" fmla="*/ 27407 h 27413"/>
                <a:gd name="T12" fmla="*/ 18694 w 18695"/>
                <a:gd name="T13" fmla="*/ 4 h 27413"/>
                <a:gd name="T14" fmla="*/ 18689 w 18695"/>
                <a:gd name="T15" fmla="*/ 0 h 27413"/>
                <a:gd name="T16" fmla="*/ 4 w 18695"/>
                <a:gd name="T17" fmla="*/ 0 h 27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695"/>
                <a:gd name="T28" fmla="*/ 0 h 27413"/>
                <a:gd name="T29" fmla="*/ 0 w 18695"/>
                <a:gd name="T30" fmla="*/ 0 h 27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695" h="27413"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6"/>
                    <a:pt x="0" y="4"/>
                    <a:pt x="0" y="27407"/>
                  </a:cubicBezTo>
                  <a:cubicBezTo>
                    <a:pt x="0" y="27409"/>
                    <a:pt x="2" y="27412"/>
                    <a:pt x="4" y="27412"/>
                  </a:cubicBezTo>
                  <a:cubicBezTo>
                    <a:pt x="6" y="27412"/>
                    <a:pt x="4" y="27412"/>
                    <a:pt x="18689" y="27412"/>
                  </a:cubicBezTo>
                  <a:cubicBezTo>
                    <a:pt x="18691" y="27412"/>
                    <a:pt x="18694" y="27409"/>
                    <a:pt x="18694" y="27407"/>
                  </a:cubicBezTo>
                  <a:cubicBezTo>
                    <a:pt x="18694" y="27405"/>
                    <a:pt x="18694" y="27407"/>
                    <a:pt x="18694" y="4"/>
                  </a:cubicBezTo>
                  <a:cubicBezTo>
                    <a:pt x="18694" y="2"/>
                    <a:pt x="18691" y="0"/>
                    <a:pt x="18689" y="0"/>
                  </a:cubicBezTo>
                  <a:cubicBezTo>
                    <a:pt x="18687" y="0"/>
                    <a:pt x="18689" y="0"/>
                    <a:pt x="4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 sz="1800">
                <a:solidFill>
                  <a:schemeClr val="tx1"/>
                </a:solidFill>
                <a:latin typeface="Calibri" pitchFamily="34" charset="0"/>
              </a:endParaRPr>
            </a:p>
          </p:txBody>
        </p:sp>
      </p:grpSp>
      <p:sp>
        <p:nvSpPr>
          <p:cNvPr id="59397" name="Rectangle 410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8" y="766763"/>
            <a:ext cx="6819900" cy="383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48134" name="Rectangle 4102"/>
          <p:cNvSpPr>
            <a:spLocks noGrp="1" noChangeArrowheads="1"/>
          </p:cNvSpPr>
          <p:nvPr>
            <p:ph type="body"/>
          </p:nvPr>
        </p:nvSpPr>
        <p:spPr bwMode="auto">
          <a:xfrm>
            <a:off x="947098" y="4862105"/>
            <a:ext cx="5206518" cy="460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 noProof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5"/>
          </p:nvPr>
        </p:nvSpPr>
        <p:spPr>
          <a:xfrm>
            <a:off x="4024747" y="9720910"/>
            <a:ext cx="3077646" cy="512062"/>
          </a:xfrm>
          <a:prstGeom prst="rect">
            <a:avLst/>
          </a:prstGeom>
        </p:spPr>
        <p:txBody>
          <a:bodyPr vert="horz" lIns="95468" tIns="47733" rIns="95468" bIns="47733" rtlCol="0" anchor="b"/>
          <a:lstStyle>
            <a:lvl1pPr algn="r" eaLnBrk="0" hangingPunct="0">
              <a:lnSpc>
                <a:spcPct val="86000"/>
              </a:lnSpc>
              <a:buClr>
                <a:srgbClr val="00199B"/>
              </a:buClr>
              <a:buSzPct val="100000"/>
              <a:buFont typeface="Times New Roman" pitchFamily="18" charset="0"/>
              <a:buNone/>
              <a:defRPr sz="1200"/>
            </a:lvl1pPr>
          </a:lstStyle>
          <a:p>
            <a:pPr>
              <a:defRPr/>
            </a:pPr>
            <a:fld id="{37EE3512-A234-475E-95F7-C6752F8F8C3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5766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990435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4939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06887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4753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05393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05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84625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112767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771568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6075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A76D4-7C98-456C-A304-D869D1BC4E95}" type="datetimeFigureOut">
              <a:rPr lang="de-DE" smtClean="0"/>
              <a:t>02.12.2025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16141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enutzerdefiniertes Layout">
    <p:bg>
      <p:bgPr>
        <a:pattFill prst="pct5">
          <a:fgClr>
            <a:srgbClr val="FFFF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545288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3785" y="207472"/>
            <a:ext cx="10515600" cy="675398"/>
          </a:xfrm>
        </p:spPr>
        <p:txBody>
          <a:bodyPr anchor="t">
            <a:noAutofit/>
          </a:bodyPr>
          <a:lstStyle>
            <a:lvl1pPr>
              <a:defRPr sz="443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55905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8516738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9" imgH="478" progId="TCLayout.ActiveDocument.1">
                  <p:embed/>
                </p:oleObj>
              </mc:Choice>
              <mc:Fallback>
                <p:oleObj name="think-cell Folie" r:id="rId3" imgW="479" imgH="478" progId="TCLayout.ActiveDocument.1">
                  <p:embed/>
                  <p:pic>
                    <p:nvPicPr>
                      <p:cNvPr id="3" name="Objek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8342" y="54611"/>
            <a:ext cx="11643660" cy="931862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/>
          </p:nvPr>
        </p:nvSpPr>
        <p:spPr>
          <a:xfrm>
            <a:off x="617773" y="1182915"/>
            <a:ext cx="11049139" cy="4612869"/>
          </a:xfrm>
        </p:spPr>
        <p:txBody>
          <a:bodyPr/>
          <a:lstStyle>
            <a:lvl1pPr>
              <a:defRPr>
                <a:solidFill>
                  <a:srgbClr val="3B87CD"/>
                </a:solidFill>
                <a:latin typeface="+mn-lt"/>
                <a:ea typeface="Ebrima" panose="02000000000000000000" pitchFamily="2" charset="0"/>
                <a:cs typeface="Ebrima" panose="02000000000000000000" pitchFamily="2" charset="0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600200" indent="-228600">
              <a:defRPr lang="de-DE"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marL="1600200" lvl="3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Foliennummernplatzhalter 2"/>
          <p:cNvSpPr>
            <a:spLocks noGrp="1"/>
          </p:cNvSpPr>
          <p:nvPr>
            <p:ph type="sldNum" sz="quarter" idx="12"/>
          </p:nvPr>
        </p:nvSpPr>
        <p:spPr>
          <a:xfrm>
            <a:off x="10271678" y="6437317"/>
            <a:ext cx="193790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page </a:t>
            </a:r>
            <a:fld id="{AEB34BAF-28EE-4BC5-A0CE-9C02E9E167B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 userDrawn="1"/>
        </p:nvGrpSpPr>
        <p:grpSpPr bwMode="auto">
          <a:xfrm>
            <a:off x="0" y="4"/>
            <a:ext cx="12188093" cy="6856413"/>
            <a:chOff x="0" y="0"/>
            <a:chExt cx="6239" cy="4319"/>
          </a:xfrm>
        </p:grpSpPr>
        <p:sp>
          <p:nvSpPr>
            <p:cNvPr id="4" name="Rounded Rectangle 4"/>
            <p:cNvSpPr>
              <a:spLocks noChangeArrowheads="1"/>
            </p:cNvSpPr>
            <p:nvPr/>
          </p:nvSpPr>
          <p:spPr bwMode="auto">
            <a:xfrm>
              <a:off x="0" y="0"/>
              <a:ext cx="6240" cy="4320"/>
            </a:xfrm>
            <a:prstGeom prst="roundRect">
              <a:avLst>
                <a:gd name="adj" fmla="val 23"/>
              </a:avLst>
            </a:prstGeom>
            <a:noFill/>
            <a:ln w="648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414625" eaLnBrk="0" hangingPunct="0">
                <a:lnSpc>
                  <a:spcPct val="86000"/>
                </a:lnSpc>
                <a:buClr>
                  <a:srgbClr val="00199B"/>
                </a:buClr>
                <a:buSzPct val="100000"/>
                <a:buFont typeface="Times New Roman" pitchFamily="18" charset="0"/>
                <a:buNone/>
                <a:defRPr/>
              </a:pPr>
              <a:endParaRPr lang="de-DE" sz="1661">
                <a:solidFill>
                  <a:srgbClr val="00199B"/>
                </a:solidFill>
              </a:endParaRPr>
            </a:p>
          </p:txBody>
        </p:sp>
      </p:grpSp>
      <p:sp>
        <p:nvSpPr>
          <p:cNvPr id="8" name="Rectangle 1024"/>
          <p:cNvSpPr>
            <a:spLocks noGrp="1" noChangeArrowheads="1"/>
          </p:cNvSpPr>
          <p:nvPr>
            <p:ph type="title"/>
          </p:nvPr>
        </p:nvSpPr>
        <p:spPr bwMode="auto">
          <a:xfrm>
            <a:off x="573724" y="47735"/>
            <a:ext cx="10859691" cy="93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GB" dirty="0" err="1"/>
              <a:t>Titel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48343" y="54611"/>
            <a:ext cx="11524669" cy="931862"/>
          </a:xfrm>
        </p:spPr>
        <p:txBody>
          <a:bodyPr/>
          <a:lstStyle/>
          <a:p>
            <a:r>
              <a:rPr lang="de-DE"/>
              <a:t>Titel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>
          <a:xfrm>
            <a:off x="10347867" y="6437317"/>
            <a:ext cx="1861716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C464DC37-CF16-44A2-8C8C-978D46C6C77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EF97C-8245-4FCB-8044-26457775F786}" type="datetimeFigureOut">
              <a:rPr lang="en-DE" smtClean="0"/>
              <a:t>12/02/2025</a:t>
            </a:fld>
            <a:endParaRPr lang="en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page </a:t>
            </a:r>
            <a:fld id="{E2804C41-A9B3-4CE4-B406-E80321E0805C}" type="slidenum">
              <a:rPr lang="de-DE" smtClean="0"/>
              <a:pPr>
                <a:defRPr/>
              </a:pPr>
              <a:t>‹Nr.›</a:t>
            </a:fld>
            <a:endParaRPr lang="de-DE" dirty="0"/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39CDEE62-2BEA-4049-886C-E88723FDD81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481026326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479" imgH="478" progId="TCLayout.ActiveDocument.1">
                  <p:embed/>
                </p:oleObj>
              </mc:Choice>
              <mc:Fallback>
                <p:oleObj name="think-cell Folie" r:id="rId19" imgW="479" imgH="47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39CDEE62-2BEA-4049-886C-E88723FDD8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897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747" r:id="rId13"/>
    <p:sldLayoutId id="2147483739" r:id="rId14"/>
    <p:sldLayoutId id="2147483737" r:id="rId15"/>
    <p:sldLayoutId id="214748373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hyperlink" Target="https://skillpilot.com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01B2-CBE5-7E53-7171-2F65519A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54D7E35D-5C95-864E-A1E9-D7C893621A6D}"/>
              </a:ext>
            </a:extLst>
          </p:cNvPr>
          <p:cNvSpPr/>
          <p:nvPr/>
        </p:nvSpPr>
        <p:spPr>
          <a:xfrm>
            <a:off x="3013090" y="3361335"/>
            <a:ext cx="8398018" cy="3232695"/>
          </a:xfrm>
          <a:prstGeom prst="roundRect">
            <a:avLst>
              <a:gd name="adj" fmla="val 6303"/>
            </a:avLst>
          </a:prstGeom>
          <a:solidFill>
            <a:srgbClr val="FFF2CC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B00DEFC1-DD48-E155-29AD-4F7AA51CB940}"/>
              </a:ext>
            </a:extLst>
          </p:cNvPr>
          <p:cNvSpPr/>
          <p:nvPr/>
        </p:nvSpPr>
        <p:spPr>
          <a:xfrm>
            <a:off x="7376474" y="415883"/>
            <a:ext cx="4034639" cy="2307606"/>
          </a:xfrm>
          <a:prstGeom prst="roundRect">
            <a:avLst>
              <a:gd name="adj" fmla="val 6303"/>
            </a:avLst>
          </a:prstGeom>
          <a:solidFill>
            <a:srgbClr val="E2F0D9">
              <a:alpha val="40000"/>
            </a:srgb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A585DC5-4C3C-17B1-6031-85AB4A8E3AFB}"/>
              </a:ext>
            </a:extLst>
          </p:cNvPr>
          <p:cNvSpPr txBox="1"/>
          <p:nvPr/>
        </p:nvSpPr>
        <p:spPr>
          <a:xfrm>
            <a:off x="409042" y="2094651"/>
            <a:ext cx="10801514" cy="1059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Lehrer/Trainer</a:t>
            </a: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de-D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de-DE" sz="1400" b="1" i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CDBA20-367D-84B7-AECD-9AA7050C5A26}"/>
              </a:ext>
            </a:extLst>
          </p:cNvPr>
          <p:cNvSpPr txBox="1"/>
          <p:nvPr/>
        </p:nvSpPr>
        <p:spPr>
          <a:xfrm>
            <a:off x="664016" y="4745250"/>
            <a:ext cx="1887701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Lernender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1572E5D-1948-6427-43FD-9F44E8F5EDC7}"/>
              </a:ext>
            </a:extLst>
          </p:cNvPr>
          <p:cNvSpPr txBox="1"/>
          <p:nvPr/>
        </p:nvSpPr>
        <p:spPr>
          <a:xfrm>
            <a:off x="4077523" y="4885410"/>
            <a:ext cx="1732276" cy="4828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GPT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(ChatGPT UI)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67856F9-05D7-AEDF-3B5E-1510CEB86D72}"/>
              </a:ext>
            </a:extLst>
          </p:cNvPr>
          <p:cNvSpPr txBox="1"/>
          <p:nvPr/>
        </p:nvSpPr>
        <p:spPr>
          <a:xfrm>
            <a:off x="3732368" y="2710183"/>
            <a:ext cx="347281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Admin UI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C9238F9-20B6-1230-5413-11FD83D2EA85}"/>
              </a:ext>
            </a:extLst>
          </p:cNvPr>
          <p:cNvSpPr/>
          <p:nvPr/>
        </p:nvSpPr>
        <p:spPr>
          <a:xfrm>
            <a:off x="7804483" y="787627"/>
            <a:ext cx="3316706" cy="1573503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75C47D1-CEAA-1DD9-52CC-CA7407F48870}"/>
              </a:ext>
            </a:extLst>
          </p:cNvPr>
          <p:cNvSpPr txBox="1"/>
          <p:nvPr/>
        </p:nvSpPr>
        <p:spPr>
          <a:xfrm>
            <a:off x="7833105" y="865888"/>
            <a:ext cx="3235948" cy="144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https://skillpilot.com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-Graph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Lernfortschritt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CA11FFF-30BB-8FA9-0438-59B833015B65}"/>
              </a:ext>
            </a:extLst>
          </p:cNvPr>
          <p:cNvCxnSpPr>
            <a:cxnSpLocks/>
          </p:cNvCxnSpPr>
          <p:nvPr/>
        </p:nvCxnSpPr>
        <p:spPr>
          <a:xfrm flipV="1">
            <a:off x="1685475" y="2782108"/>
            <a:ext cx="1244072" cy="1337688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459184B-4DBD-9A1F-3E44-452FCB9AA96F}"/>
              </a:ext>
            </a:extLst>
          </p:cNvPr>
          <p:cNvCxnSpPr>
            <a:cxnSpLocks/>
          </p:cNvCxnSpPr>
          <p:nvPr/>
        </p:nvCxnSpPr>
        <p:spPr>
          <a:xfrm>
            <a:off x="1743901" y="4198524"/>
            <a:ext cx="180344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FAEE329-87A5-A241-7BEE-743814EE3CC8}"/>
              </a:ext>
            </a:extLst>
          </p:cNvPr>
          <p:cNvCxnSpPr>
            <a:cxnSpLocks/>
          </p:cNvCxnSpPr>
          <p:nvPr/>
        </p:nvCxnSpPr>
        <p:spPr>
          <a:xfrm>
            <a:off x="2008969" y="1461179"/>
            <a:ext cx="908627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69E8DFB-297E-F0E8-A44E-2295750EA6CD}"/>
              </a:ext>
            </a:extLst>
          </p:cNvPr>
          <p:cNvCxnSpPr>
            <a:cxnSpLocks/>
          </p:cNvCxnSpPr>
          <p:nvPr/>
        </p:nvCxnSpPr>
        <p:spPr>
          <a:xfrm>
            <a:off x="1207150" y="2469987"/>
            <a:ext cx="0" cy="810624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1A96A111-0036-FCFB-D0E6-7D8816DA41BF}"/>
              </a:ext>
            </a:extLst>
          </p:cNvPr>
          <p:cNvCxnSpPr>
            <a:cxnSpLocks/>
          </p:cNvCxnSpPr>
          <p:nvPr/>
        </p:nvCxnSpPr>
        <p:spPr>
          <a:xfrm>
            <a:off x="6670467" y="1451749"/>
            <a:ext cx="550466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D0069B8B-395A-025C-830E-6B4B136CA0F5}"/>
              </a:ext>
            </a:extLst>
          </p:cNvPr>
          <p:cNvCxnSpPr>
            <a:cxnSpLocks/>
          </p:cNvCxnSpPr>
          <p:nvPr/>
        </p:nvCxnSpPr>
        <p:spPr>
          <a:xfrm>
            <a:off x="5570694" y="4180453"/>
            <a:ext cx="2038661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0F03D46-67B6-E3CC-5D9B-793B5376C511}"/>
              </a:ext>
            </a:extLst>
          </p:cNvPr>
          <p:cNvSpPr/>
          <p:nvPr/>
        </p:nvSpPr>
        <p:spPr>
          <a:xfrm>
            <a:off x="7804483" y="3545151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0613A8E8-180F-E25D-0FD9-3CF2185748CF}"/>
              </a:ext>
            </a:extLst>
          </p:cNvPr>
          <p:cNvSpPr txBox="1"/>
          <p:nvPr/>
        </p:nvSpPr>
        <p:spPr>
          <a:xfrm>
            <a:off x="7892988" y="3720021"/>
            <a:ext cx="3235948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Server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verwendet z.B. ChatGPT 5.1</a:t>
            </a:r>
          </a:p>
        </p:txBody>
      </p: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E5811970-2043-51C6-381B-FA2BB9CABB56}"/>
              </a:ext>
            </a:extLst>
          </p:cNvPr>
          <p:cNvCxnSpPr>
            <a:cxnSpLocks/>
          </p:cNvCxnSpPr>
          <p:nvPr/>
        </p:nvCxnSpPr>
        <p:spPr>
          <a:xfrm flipV="1">
            <a:off x="9339941" y="2875299"/>
            <a:ext cx="0" cy="627682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BA47A6E3-EBEA-598C-120C-0B4D60C76BD3}"/>
              </a:ext>
            </a:extLst>
          </p:cNvPr>
          <p:cNvSpPr/>
          <p:nvPr/>
        </p:nvSpPr>
        <p:spPr>
          <a:xfrm>
            <a:off x="7804483" y="5167345"/>
            <a:ext cx="3264564" cy="998776"/>
          </a:xfrm>
          <a:prstGeom prst="roundRect">
            <a:avLst>
              <a:gd name="adj" fmla="val 630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l">
              <a:spcBef>
                <a:spcPct val="50000"/>
              </a:spcBef>
            </a:pPr>
            <a:endParaRPr lang="de-DE" b="1" dirty="0" err="1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4656DDC-69F6-D391-FB0D-DBBC6A161A8F}"/>
              </a:ext>
            </a:extLst>
          </p:cNvPr>
          <p:cNvSpPr txBox="1"/>
          <p:nvPr/>
        </p:nvSpPr>
        <p:spPr>
          <a:xfrm>
            <a:off x="8897625" y="5521501"/>
            <a:ext cx="1226675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Internet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ED8E4013-8BFD-02ED-A344-31B154D778F7}"/>
              </a:ext>
            </a:extLst>
          </p:cNvPr>
          <p:cNvCxnSpPr>
            <a:cxnSpLocks/>
          </p:cNvCxnSpPr>
          <p:nvPr/>
        </p:nvCxnSpPr>
        <p:spPr>
          <a:xfrm>
            <a:off x="9333882" y="4708358"/>
            <a:ext cx="0" cy="358549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feld 42">
            <a:extLst>
              <a:ext uri="{FF2B5EF4-FFF2-40B4-BE49-F238E27FC236}">
                <a16:creationId xmlns:a16="http://schemas.microsoft.com/office/drawing/2014/main" id="{27EF21B1-CC51-69D3-6D36-CDDC37651237}"/>
              </a:ext>
            </a:extLst>
          </p:cNvPr>
          <p:cNvSpPr txBox="1"/>
          <p:nvPr/>
        </p:nvSpPr>
        <p:spPr>
          <a:xfrm>
            <a:off x="8063794" y="489373"/>
            <a:ext cx="3235948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KEINE persönlichen Daten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B8BB6C9-7B6C-6175-DC2D-B941B9BC76D7}"/>
              </a:ext>
            </a:extLst>
          </p:cNvPr>
          <p:cNvSpPr txBox="1"/>
          <p:nvPr/>
        </p:nvSpPr>
        <p:spPr>
          <a:xfrm>
            <a:off x="7841254" y="2413025"/>
            <a:ext cx="3235948" cy="290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nur pseudonyme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-ID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F63C62F3-7145-5503-78DA-47C25B00C141}"/>
              </a:ext>
            </a:extLst>
          </p:cNvPr>
          <p:cNvSpPr txBox="1"/>
          <p:nvPr/>
        </p:nvSpPr>
        <p:spPr>
          <a:xfrm>
            <a:off x="3250498" y="6030785"/>
            <a:ext cx="47333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ChatGPT basierter Tutor, 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der auf den </a:t>
            </a:r>
            <a:r>
              <a:rPr lang="de-DE" sz="1400" b="1" dirty="0" err="1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SkillPilot</a:t>
            </a: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 Server zugreift 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7966FC2-CBAB-BC2E-5AFE-67E60F159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90" y="363798"/>
            <a:ext cx="3560563" cy="233646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37" name="Grafik 36" descr="Server Silhouette">
            <a:extLst>
              <a:ext uri="{FF2B5EF4-FFF2-40B4-BE49-F238E27FC236}">
                <a16:creationId xmlns:a16="http://schemas.microsoft.com/office/drawing/2014/main" id="{EC1220BD-51BF-C225-29E8-06DE7B4CB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1321" y="1209507"/>
            <a:ext cx="914400" cy="914400"/>
          </a:xfrm>
          <a:prstGeom prst="rect">
            <a:avLst/>
          </a:prstGeom>
        </p:spPr>
      </p:pic>
      <p:pic>
        <p:nvPicPr>
          <p:cNvPr id="39" name="Grafik 38" descr="Verwirrte Person Silhouette">
            <a:extLst>
              <a:ext uri="{FF2B5EF4-FFF2-40B4-BE49-F238E27FC236}">
                <a16:creationId xmlns:a16="http://schemas.microsoft.com/office/drawing/2014/main" id="{11E4959F-C74F-8B1C-AD29-FA1484AE4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670" y="716659"/>
            <a:ext cx="1185758" cy="1185758"/>
          </a:xfrm>
          <a:prstGeom prst="rect">
            <a:avLst/>
          </a:prstGeom>
        </p:spPr>
      </p:pic>
      <p:pic>
        <p:nvPicPr>
          <p:cNvPr id="41" name="Grafik 40" descr="Verwirrte Person Silhouette">
            <a:extLst>
              <a:ext uri="{FF2B5EF4-FFF2-40B4-BE49-F238E27FC236}">
                <a16:creationId xmlns:a16="http://schemas.microsoft.com/office/drawing/2014/main" id="{FBA2AE59-C82C-C3DB-EA5F-B64C9AB3B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4016" y="3505558"/>
            <a:ext cx="1185758" cy="1185758"/>
          </a:xfrm>
          <a:prstGeom prst="rect">
            <a:avLst/>
          </a:prstGeom>
        </p:spPr>
      </p:pic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322AE32C-AA75-8750-43B8-CF0EF4337FD5}"/>
              </a:ext>
            </a:extLst>
          </p:cNvPr>
          <p:cNvCxnSpPr>
            <a:cxnSpLocks/>
          </p:cNvCxnSpPr>
          <p:nvPr/>
        </p:nvCxnSpPr>
        <p:spPr>
          <a:xfrm>
            <a:off x="409042" y="6002318"/>
            <a:ext cx="708035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84844BBE-FF95-21F0-C937-35B0F338E16F}"/>
              </a:ext>
            </a:extLst>
          </p:cNvPr>
          <p:cNvSpPr txBox="1"/>
          <p:nvPr/>
        </p:nvSpPr>
        <p:spPr>
          <a:xfrm>
            <a:off x="176106" y="6116976"/>
            <a:ext cx="229371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470"/>
              </a:lnSpc>
              <a:buNone/>
            </a:pP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Pfeilrichtung ist </a:t>
            </a:r>
            <a:b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</a:br>
            <a:r>
              <a:rPr lang="de-DE" sz="1400" b="1" dirty="0">
                <a:latin typeface="Cascadia Code" panose="020B0609020000020004" pitchFamily="49" charset="0"/>
                <a:ea typeface="ADLaM Display" panose="020F0502020204030204" pitchFamily="2" charset="0"/>
                <a:cs typeface="Cascadia Code" panose="020B0609020000020004" pitchFamily="49" charset="0"/>
              </a:rPr>
              <a:t>Initiierungsrichtung</a:t>
            </a:r>
          </a:p>
        </p:txBody>
      </p:sp>
      <p:pic>
        <p:nvPicPr>
          <p:cNvPr id="51" name="Grafik 50" descr="Ein Bild, das gelb, Dreieck, Stern enthält.&#10;&#10;KI-generierte Inhalte können fehlerhaft sein.">
            <a:extLst>
              <a:ext uri="{FF2B5EF4-FFF2-40B4-BE49-F238E27FC236}">
                <a16:creationId xmlns:a16="http://schemas.microsoft.com/office/drawing/2014/main" id="{70E55F68-E519-72BC-B316-6FBE7DDB14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138" y="4532519"/>
            <a:ext cx="983952" cy="983952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C11E0A5A-9B73-9FC5-40FC-23675308B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99110" y="3636900"/>
            <a:ext cx="1123248" cy="112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4511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07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Year&gt;&lt;m_bNumberIsYear val=&quot;0&quot;/&gt;&lt;m_strFormatTime&gt;%Y&lt;/m_strFormatTime&gt;&lt;m_yearfmt&gt;&lt;begin val=&quot;0&quot;/&gt;&lt;end val=&quot;0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bNumberIsYear val=&quot;0&quot;/&gt;&lt;m_strFormatTime&gt;%1&lt;/m_strFormatTime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algn="l">
          <a:spcBef>
            <a:spcPct val="50000"/>
          </a:spcBef>
          <a:defRPr b="1" dirty="0" err="1" smtClean="0">
            <a:solidFill>
              <a:schemeClr val="tx1">
                <a:lumMod val="65000"/>
                <a:lumOff val="35000"/>
              </a:schemeClr>
            </a:solidFill>
            <a:latin typeface="Courier New" panose="02070309020205020404" pitchFamily="49" charset="0"/>
            <a:cs typeface="Courier New" panose="02070309020205020404" pitchFamily="49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System.Storyboarding.Media.StreetMap" Revision="1" Stencil="System.Storyboarding.Media" StencilVersion="0.1"/>
</Control>
</file>

<file path=customXml/itemProps1.xml><?xml version="1.0" encoding="utf-8"?>
<ds:datastoreItem xmlns:ds="http://schemas.openxmlformats.org/officeDocument/2006/customXml" ds:itemID="{F990B1A7-77DE-4456-BA19-ECD8367FCFB0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</Words>
  <Application>Microsoft Office PowerPoint</Application>
  <PresentationFormat>Breitbild</PresentationFormat>
  <Paragraphs>11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Cascadia Code</vt:lpstr>
      <vt:lpstr>Verdana</vt:lpstr>
      <vt:lpstr>Calibri</vt:lpstr>
      <vt:lpstr>Arial</vt:lpstr>
      <vt:lpstr>Courier New</vt:lpstr>
      <vt:lpstr>Calibri Light</vt:lpstr>
      <vt:lpstr>Times New Roman</vt:lpstr>
      <vt:lpstr>Office Theme</vt:lpstr>
      <vt:lpstr>think-cell Folie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Java Enterprise Edition Platform</dc:title>
  <dc:creator>Matthias</dc:creator>
  <cp:lastModifiedBy>Matthias Unverzagt</cp:lastModifiedBy>
  <cp:revision>15505</cp:revision>
  <cp:lastPrinted>2025-12-02T11:16:48Z</cp:lastPrinted>
  <dcterms:modified xsi:type="dcterms:W3CDTF">2025-12-02T11:23:11Z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